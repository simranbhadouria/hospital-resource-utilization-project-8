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7" r:id="rId2"/>
    <p:sldId id="266" r:id="rId3"/>
    <p:sldId id="272" r:id="rId4"/>
    <p:sldId id="286" r:id="rId5"/>
    <p:sldId id="273" r:id="rId6"/>
    <p:sldId id="282" r:id="rId7"/>
    <p:sldId id="300" r:id="rId8"/>
    <p:sldId id="301" r:id="rId9"/>
    <p:sldId id="302" r:id="rId10"/>
    <p:sldId id="293" r:id="rId11"/>
    <p:sldId id="303" r:id="rId12"/>
    <p:sldId id="30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3810" autoAdjust="0"/>
  </p:normalViewPr>
  <p:slideViewPr>
    <p:cSldViewPr snapToGrid="0" showGuides="1">
      <p:cViewPr varScale="1">
        <p:scale>
          <a:sx n="63" d="100"/>
          <a:sy n="63" d="100"/>
        </p:scale>
        <p:origin x="688" y="5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49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3187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AC74A-664E-43D3-859E-B35855730D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10C658-31F9-4A67-8267-E3463B262A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AD794A-17F4-48F7-A14F-39DCAE091952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BBBF1-3A7A-4F4B-8592-578ABE65B71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2F046-B531-4374-9A89-AC21BCA06E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2DFAA7-D3C3-4D01-9299-453E25D16D4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0527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4C6A87-CC60-415C-BFEE-13D1CAD6861A}" type="datetimeFigureOut">
              <a:rPr lang="en-US" smtClean="0"/>
              <a:t>6/15/2026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51814-3B91-4036-94D2-3977634EE2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062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4448175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4448175"/>
            <a:ext cx="12192000" cy="24098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5" y="4551363"/>
            <a:ext cx="11520488" cy="1176337"/>
          </a:xfrm>
        </p:spPr>
        <p:txBody>
          <a:bodyPr anchor="ctr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5" y="5830888"/>
            <a:ext cx="11520488" cy="5508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4810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508BC1-7ABB-42C8-B268-3C6F4FD455DE}"/>
              </a:ext>
            </a:extLst>
          </p:cNvPr>
          <p:cNvSpPr/>
          <p:nvPr userDrawn="1"/>
        </p:nvSpPr>
        <p:spPr>
          <a:xfrm>
            <a:off x="200025" y="-1"/>
            <a:ext cx="1199197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1500" y="0"/>
            <a:ext cx="6034088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4A5F51-C7E6-44CC-ADF3-1C83AA35D0DC}"/>
              </a:ext>
            </a:extLst>
          </p:cNvPr>
          <p:cNvSpPr/>
          <p:nvPr userDrawn="1"/>
        </p:nvSpPr>
        <p:spPr>
          <a:xfrm>
            <a:off x="0" y="1"/>
            <a:ext cx="37147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05625" y="1512889"/>
            <a:ext cx="4986338" cy="3262311"/>
          </a:xfrm>
        </p:spPr>
        <p:txBody>
          <a:bodyPr anchor="b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05625" y="4927600"/>
            <a:ext cx="4986338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5085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36610" y="1779589"/>
            <a:ext cx="5318781" cy="2182811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436610" y="4079083"/>
            <a:ext cx="5318781" cy="97631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50443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A59197-7C21-44E6-8A97-DE0ABD1E6909}"/>
              </a:ext>
            </a:extLst>
          </p:cNvPr>
          <p:cNvSpPr/>
          <p:nvPr userDrawn="1"/>
        </p:nvSpPr>
        <p:spPr>
          <a:xfrm>
            <a:off x="0" y="0"/>
            <a:ext cx="64135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16500" y="472281"/>
            <a:ext cx="7175500" cy="591343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1476" y="1779589"/>
            <a:ext cx="4416424" cy="2182811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476" y="4079083"/>
            <a:ext cx="4416424" cy="976311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1626B81-8882-4179-8C3A-BEA9BBEF2A62}"/>
              </a:ext>
            </a:extLst>
          </p:cNvPr>
          <p:cNvSpPr/>
          <p:nvPr userDrawn="1"/>
        </p:nvSpPr>
        <p:spPr>
          <a:xfrm>
            <a:off x="5021263" y="368300"/>
            <a:ext cx="3159760" cy="11668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83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17DDCC-4521-4225-8F36-D4B39128409A}"/>
              </a:ext>
            </a:extLst>
          </p:cNvPr>
          <p:cNvSpPr/>
          <p:nvPr userDrawn="1"/>
        </p:nvSpPr>
        <p:spPr>
          <a:xfrm>
            <a:off x="8991600" y="3965574"/>
            <a:ext cx="3200400" cy="2892426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6570C8-2343-4B74-AF97-DC7CE5D92865}"/>
              </a:ext>
            </a:extLst>
          </p:cNvPr>
          <p:cNvSpPr/>
          <p:nvPr userDrawn="1"/>
        </p:nvSpPr>
        <p:spPr>
          <a:xfrm>
            <a:off x="0" y="0"/>
            <a:ext cx="3200400" cy="289242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 userDrawn="1">
            <p:ph type="pic" sz="quarter" idx="10"/>
          </p:nvPr>
        </p:nvSpPr>
        <p:spPr>
          <a:xfrm>
            <a:off x="371476" y="278606"/>
            <a:ext cx="11520487" cy="3150394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0B27536-7968-45BB-9FA8-DF1A47A47827}"/>
              </a:ext>
            </a:extLst>
          </p:cNvPr>
          <p:cNvSpPr/>
          <p:nvPr userDrawn="1"/>
        </p:nvSpPr>
        <p:spPr>
          <a:xfrm>
            <a:off x="371476" y="3429000"/>
            <a:ext cx="11520487" cy="2771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1510507" y="3886201"/>
            <a:ext cx="9242424" cy="1104900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C9A4-8764-4CB3-AC26-C957C0E84BCD}"/>
              </a:ext>
            </a:extLst>
          </p:cNvPr>
          <p:cNvSpPr>
            <a:spLocks noGrp="1"/>
          </p:cNvSpPr>
          <p:nvPr userDrawn="1">
            <p:ph type="subTitle" idx="1"/>
          </p:nvPr>
        </p:nvSpPr>
        <p:spPr>
          <a:xfrm>
            <a:off x="1510507" y="5130801"/>
            <a:ext cx="9242424" cy="533400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3791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79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9C071DB-1B6B-4FC3-A099-12F35734D22D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768407-2D97-4F4F-8CB8-4D3668680B64}"/>
              </a:ext>
            </a:extLst>
          </p:cNvPr>
          <p:cNvSpPr/>
          <p:nvPr userDrawn="1"/>
        </p:nvSpPr>
        <p:spPr>
          <a:xfrm>
            <a:off x="371475" y="1460501"/>
            <a:ext cx="5724525" cy="474027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n>
                <a:noFill/>
              </a:ln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600" y="260351"/>
            <a:ext cx="9702800" cy="973137"/>
          </a:xfrm>
        </p:spPr>
        <p:txBody>
          <a:bodyPr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638299"/>
            <a:ext cx="5346700" cy="4381501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6D4AFEBD-46AA-4A09-AD19-CDD123811A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1460501"/>
            <a:ext cx="5795963" cy="474027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7171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260351"/>
            <a:ext cx="5495926" cy="2138362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2603500"/>
            <a:ext cx="5495926" cy="3573463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08C777B1-9A90-4B1E-A6AE-9339286077EB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9191224" y="637283"/>
            <a:ext cx="2692800" cy="278254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0FEA994A-8056-4F3D-9365-B6A362A93EE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6498424" y="3430043"/>
            <a:ext cx="2692800" cy="2772320"/>
          </a:xfrm>
          <a:custGeom>
            <a:avLst/>
            <a:gdLst>
              <a:gd name="connsiteX0" fmla="*/ 0 w 2692800"/>
              <a:gd name="connsiteY0" fmla="*/ 0 h 2693640"/>
              <a:gd name="connsiteX1" fmla="*/ 2692800 w 2692800"/>
              <a:gd name="connsiteY1" fmla="*/ 0 h 2693640"/>
              <a:gd name="connsiteX2" fmla="*/ 2692800 w 2692800"/>
              <a:gd name="connsiteY2" fmla="*/ 2693640 h 2693640"/>
              <a:gd name="connsiteX3" fmla="*/ 0 w 2692800"/>
              <a:gd name="connsiteY3" fmla="*/ 2693640 h 2693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92800" h="2693640">
                <a:moveTo>
                  <a:pt x="0" y="0"/>
                </a:moveTo>
                <a:lnTo>
                  <a:pt x="2692800" y="0"/>
                </a:lnTo>
                <a:lnTo>
                  <a:pt x="2692800" y="2693640"/>
                </a:lnTo>
                <a:lnTo>
                  <a:pt x="0" y="269364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ID" sz="1800" dirty="0"/>
            </a:lvl1pPr>
          </a:lstStyle>
          <a:p>
            <a:pPr marL="0" lvl="0" indent="0" algn="ctr">
              <a:buNone/>
            </a:pPr>
            <a:r>
              <a:rPr lang="en-US" noProof="0" dirty="0"/>
              <a:t>Add Image Here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29E334-587D-4420-9285-C2A5F494582B}"/>
              </a:ext>
            </a:extLst>
          </p:cNvPr>
          <p:cNvSpPr/>
          <p:nvPr userDrawn="1"/>
        </p:nvSpPr>
        <p:spPr>
          <a:xfrm>
            <a:off x="9289522" y="3527226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BD4601-EF26-4D7C-8CB6-95488F17575B}"/>
              </a:ext>
            </a:extLst>
          </p:cNvPr>
          <p:cNvSpPr/>
          <p:nvPr userDrawn="1"/>
        </p:nvSpPr>
        <p:spPr>
          <a:xfrm>
            <a:off x="8621786" y="2848323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949C41-2679-4E9D-A28C-F0C979F5702B}"/>
              </a:ext>
            </a:extLst>
          </p:cNvPr>
          <p:cNvSpPr/>
          <p:nvPr userDrawn="1"/>
        </p:nvSpPr>
        <p:spPr>
          <a:xfrm>
            <a:off x="8870898" y="2508125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54B05D-55FD-4118-B899-4095FF50870D}"/>
              </a:ext>
            </a:extLst>
          </p:cNvPr>
          <p:cNvSpPr/>
          <p:nvPr userDrawn="1"/>
        </p:nvSpPr>
        <p:spPr>
          <a:xfrm>
            <a:off x="0" y="933450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40533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1016000"/>
            <a:ext cx="3997324" cy="2501899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3619500"/>
            <a:ext cx="3997325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02201" y="619125"/>
            <a:ext cx="3454400" cy="5581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6">
            <a:extLst>
              <a:ext uri="{FF2B5EF4-FFF2-40B4-BE49-F238E27FC236}">
                <a16:creationId xmlns:a16="http://schemas.microsoft.com/office/drawing/2014/main" id="{F6824EBC-CC6E-4D5A-B85A-DAC55ACE85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32801" y="260351"/>
            <a:ext cx="3454400" cy="558164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61888-890D-4E0C-8076-65EDFDB7DE27}"/>
              </a:ext>
            </a:extLst>
          </p:cNvPr>
          <p:cNvSpPr/>
          <p:nvPr userDrawn="1"/>
        </p:nvSpPr>
        <p:spPr>
          <a:xfrm>
            <a:off x="8432801" y="5842000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E48EF9-5BAF-4BD7-A6BE-866C0307B69F}"/>
              </a:ext>
            </a:extLst>
          </p:cNvPr>
          <p:cNvSpPr/>
          <p:nvPr userDrawn="1"/>
        </p:nvSpPr>
        <p:spPr>
          <a:xfrm>
            <a:off x="4902201" y="239509"/>
            <a:ext cx="3459162" cy="3587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8D4A5F4-99AC-4FB3-8A59-AB8D7B4FC7D7}"/>
              </a:ext>
            </a:extLst>
          </p:cNvPr>
          <p:cNvSpPr/>
          <p:nvPr userDrawn="1"/>
        </p:nvSpPr>
        <p:spPr>
          <a:xfrm>
            <a:off x="0" y="1384300"/>
            <a:ext cx="177800" cy="44577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13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6" y="476250"/>
            <a:ext cx="5165724" cy="2557463"/>
          </a:xfrm>
        </p:spPr>
        <p:txBody>
          <a:bodyPr anchor="ctr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476250"/>
            <a:ext cx="5795963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3233941"/>
            <a:ext cx="11520486" cy="2966833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476250"/>
            <a:ext cx="165100" cy="255746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9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E4979D5-6F1E-40A2-9A8E-8C5AE1AA3B62}"/>
              </a:ext>
            </a:extLst>
          </p:cNvPr>
          <p:cNvSpPr/>
          <p:nvPr userDrawn="1"/>
        </p:nvSpPr>
        <p:spPr>
          <a:xfrm>
            <a:off x="0" y="0"/>
            <a:ext cx="513805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9197" y="1296176"/>
            <a:ext cx="5272764" cy="1551573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19198" y="3073967"/>
            <a:ext cx="5272764" cy="25574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17601" y="1016000"/>
            <a:ext cx="5138058" cy="4978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06EB3B-6A54-45E7-B23D-F9515CC15D12}"/>
              </a:ext>
            </a:extLst>
          </p:cNvPr>
          <p:cNvSpPr/>
          <p:nvPr userDrawn="1"/>
        </p:nvSpPr>
        <p:spPr>
          <a:xfrm>
            <a:off x="0" y="5994400"/>
            <a:ext cx="4093029" cy="86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110354-15BA-4B22-B7CF-3D5BFA5C722D}"/>
              </a:ext>
            </a:extLst>
          </p:cNvPr>
          <p:cNvSpPr/>
          <p:nvPr userDrawn="1"/>
        </p:nvSpPr>
        <p:spPr>
          <a:xfrm>
            <a:off x="2162630" y="873210"/>
            <a:ext cx="4093029" cy="13857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3572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4C5F727-FA73-47F4-8647-79441AA996E3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4FD2F3-3119-48E2-B464-A93E23C5A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783831"/>
            <a:ext cx="3111954" cy="3290338"/>
          </a:xfrm>
        </p:spPr>
        <p:txBody>
          <a:bodyPr anchor="ctr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87C6E-3441-429B-A81D-87F8344C0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9370" y="1783832"/>
            <a:ext cx="4402592" cy="3290338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ECDD1-1369-42FD-BD19-6797742A1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9303FD92-1AC4-4708-B13E-C97E00210D2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672114" y="0"/>
            <a:ext cx="3628571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E16C293-C1E0-4EA5-BDE5-D226D72FC08B}"/>
              </a:ext>
            </a:extLst>
          </p:cNvPr>
          <p:cNvSpPr/>
          <p:nvPr userDrawn="1"/>
        </p:nvSpPr>
        <p:spPr>
          <a:xfrm>
            <a:off x="371475" y="5297714"/>
            <a:ext cx="3111954" cy="156028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C770C08-8FFF-4293-8E7D-DBFEE4E3E443}"/>
              </a:ext>
            </a:extLst>
          </p:cNvPr>
          <p:cNvSpPr/>
          <p:nvPr userDrawn="1"/>
        </p:nvSpPr>
        <p:spPr>
          <a:xfrm>
            <a:off x="7489370" y="0"/>
            <a:ext cx="4402593" cy="156028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6206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1389743"/>
            <a:ext cx="12192000" cy="40785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331584"/>
            <a:ext cx="1051560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E6F7-3BE5-4484-A73E-3EFDB7348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968071"/>
            <a:ext cx="10515600" cy="805542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19AEFA0-9379-4E32-9D66-976465036916}"/>
              </a:ext>
            </a:extLst>
          </p:cNvPr>
          <p:cNvSpPr/>
          <p:nvPr userDrawn="1"/>
        </p:nvSpPr>
        <p:spPr>
          <a:xfrm>
            <a:off x="371475" y="580571"/>
            <a:ext cx="1573439" cy="15001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4FFB43B-30D9-4055-B912-4E3C85B03657}"/>
              </a:ext>
            </a:extLst>
          </p:cNvPr>
          <p:cNvSpPr/>
          <p:nvPr userDrawn="1"/>
        </p:nvSpPr>
        <p:spPr>
          <a:xfrm>
            <a:off x="7097486" y="5105274"/>
            <a:ext cx="4794477" cy="72596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814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F93C6CC-9D8D-4981-8106-72C617756BD8}"/>
              </a:ext>
            </a:extLst>
          </p:cNvPr>
          <p:cNvSpPr/>
          <p:nvPr userDrawn="1"/>
        </p:nvSpPr>
        <p:spPr>
          <a:xfrm>
            <a:off x="0" y="0"/>
            <a:ext cx="6096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391EAACA-1322-4E60-917E-C7408F539D5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600982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750" y="3957831"/>
            <a:ext cx="9620250" cy="1500187"/>
          </a:xfrm>
        </p:spPr>
        <p:txBody>
          <a:bodyPr anchor="ctr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296215-27AE-462B-9127-E1C932633896}"/>
              </a:ext>
            </a:extLst>
          </p:cNvPr>
          <p:cNvSpPr/>
          <p:nvPr userDrawn="1"/>
        </p:nvSpPr>
        <p:spPr>
          <a:xfrm>
            <a:off x="1093471" y="3843394"/>
            <a:ext cx="1722120" cy="1729060"/>
          </a:xfrm>
          <a:custGeom>
            <a:avLst/>
            <a:gdLst>
              <a:gd name="connsiteX0" fmla="*/ 0 w 2730500"/>
              <a:gd name="connsiteY0" fmla="*/ 0 h 2730500"/>
              <a:gd name="connsiteX1" fmla="*/ 2730500 w 2730500"/>
              <a:gd name="connsiteY1" fmla="*/ 0 h 2730500"/>
              <a:gd name="connsiteX2" fmla="*/ 2730500 w 2730500"/>
              <a:gd name="connsiteY2" fmla="*/ 672834 h 2730500"/>
              <a:gd name="connsiteX3" fmla="*/ 2606675 w 2730500"/>
              <a:gd name="connsiteY3" fmla="*/ 672834 h 2730500"/>
              <a:gd name="connsiteX4" fmla="*/ 2606675 w 2730500"/>
              <a:gd name="connsiteY4" fmla="*/ 116870 h 2730500"/>
              <a:gd name="connsiteX5" fmla="*/ 123826 w 2730500"/>
              <a:gd name="connsiteY5" fmla="*/ 116870 h 2730500"/>
              <a:gd name="connsiteX6" fmla="*/ 123826 w 2730500"/>
              <a:gd name="connsiteY6" fmla="*/ 2613630 h 2730500"/>
              <a:gd name="connsiteX7" fmla="*/ 2606675 w 2730500"/>
              <a:gd name="connsiteY7" fmla="*/ 2613630 h 2730500"/>
              <a:gd name="connsiteX8" fmla="*/ 2606675 w 2730500"/>
              <a:gd name="connsiteY8" fmla="*/ 2066205 h 2730500"/>
              <a:gd name="connsiteX9" fmla="*/ 2730500 w 2730500"/>
              <a:gd name="connsiteY9" fmla="*/ 2066205 h 2730500"/>
              <a:gd name="connsiteX10" fmla="*/ 2730500 w 2730500"/>
              <a:gd name="connsiteY10" fmla="*/ 2730500 h 2730500"/>
              <a:gd name="connsiteX11" fmla="*/ 0 w 2730500"/>
              <a:gd name="connsiteY11" fmla="*/ 2730500 h 273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730500" h="2730500">
                <a:moveTo>
                  <a:pt x="0" y="0"/>
                </a:moveTo>
                <a:lnTo>
                  <a:pt x="2730500" y="0"/>
                </a:lnTo>
                <a:lnTo>
                  <a:pt x="2730500" y="672834"/>
                </a:lnTo>
                <a:lnTo>
                  <a:pt x="2606675" y="672834"/>
                </a:lnTo>
                <a:lnTo>
                  <a:pt x="2606675" y="116870"/>
                </a:lnTo>
                <a:lnTo>
                  <a:pt x="123826" y="116870"/>
                </a:lnTo>
                <a:lnTo>
                  <a:pt x="123826" y="2613630"/>
                </a:lnTo>
                <a:lnTo>
                  <a:pt x="2606675" y="2613630"/>
                </a:lnTo>
                <a:lnTo>
                  <a:pt x="2606675" y="2066205"/>
                </a:lnTo>
                <a:lnTo>
                  <a:pt x="2730500" y="2066205"/>
                </a:lnTo>
                <a:lnTo>
                  <a:pt x="2730500" y="2730500"/>
                </a:lnTo>
                <a:lnTo>
                  <a:pt x="0" y="27305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479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2DB7CFEB-6952-4BC3-B9E0-0C382490F9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00675" y="260350"/>
            <a:ext cx="6499502" cy="5940425"/>
          </a:xfrm>
          <a:custGeom>
            <a:avLst/>
            <a:gdLst>
              <a:gd name="connsiteX0" fmla="*/ 4432576 w 6499502"/>
              <a:gd name="connsiteY0" fmla="*/ 4057650 h 5940425"/>
              <a:gd name="connsiteX1" fmla="*/ 6499502 w 6499502"/>
              <a:gd name="connsiteY1" fmla="*/ 4057650 h 5940425"/>
              <a:gd name="connsiteX2" fmla="*/ 6499502 w 6499502"/>
              <a:gd name="connsiteY2" fmla="*/ 5940425 h 5940425"/>
              <a:gd name="connsiteX3" fmla="*/ 4432576 w 6499502"/>
              <a:gd name="connsiteY3" fmla="*/ 5940425 h 5940425"/>
              <a:gd name="connsiteX4" fmla="*/ 2216288 w 6499502"/>
              <a:gd name="connsiteY4" fmla="*/ 4057650 h 5940425"/>
              <a:gd name="connsiteX5" fmla="*/ 4283214 w 6499502"/>
              <a:gd name="connsiteY5" fmla="*/ 4057650 h 5940425"/>
              <a:gd name="connsiteX6" fmla="*/ 4283214 w 6499502"/>
              <a:gd name="connsiteY6" fmla="*/ 5940425 h 5940425"/>
              <a:gd name="connsiteX7" fmla="*/ 2216288 w 6499502"/>
              <a:gd name="connsiteY7" fmla="*/ 5940425 h 5940425"/>
              <a:gd name="connsiteX8" fmla="*/ 0 w 6499502"/>
              <a:gd name="connsiteY8" fmla="*/ 4057650 h 5940425"/>
              <a:gd name="connsiteX9" fmla="*/ 2066926 w 6499502"/>
              <a:gd name="connsiteY9" fmla="*/ 4057650 h 5940425"/>
              <a:gd name="connsiteX10" fmla="*/ 2066926 w 6499502"/>
              <a:gd name="connsiteY10" fmla="*/ 5940425 h 5940425"/>
              <a:gd name="connsiteX11" fmla="*/ 0 w 6499502"/>
              <a:gd name="connsiteY11" fmla="*/ 5940425 h 5940425"/>
              <a:gd name="connsiteX12" fmla="*/ 4432576 w 6499502"/>
              <a:gd name="connsiteY12" fmla="*/ 2028825 h 5940425"/>
              <a:gd name="connsiteX13" fmla="*/ 6499502 w 6499502"/>
              <a:gd name="connsiteY13" fmla="*/ 2028825 h 5940425"/>
              <a:gd name="connsiteX14" fmla="*/ 6499502 w 6499502"/>
              <a:gd name="connsiteY14" fmla="*/ 3911600 h 5940425"/>
              <a:gd name="connsiteX15" fmla="*/ 4432576 w 6499502"/>
              <a:gd name="connsiteY15" fmla="*/ 3911600 h 5940425"/>
              <a:gd name="connsiteX16" fmla="*/ 2216288 w 6499502"/>
              <a:gd name="connsiteY16" fmla="*/ 2028825 h 5940425"/>
              <a:gd name="connsiteX17" fmla="*/ 4283214 w 6499502"/>
              <a:gd name="connsiteY17" fmla="*/ 2028825 h 5940425"/>
              <a:gd name="connsiteX18" fmla="*/ 4283214 w 6499502"/>
              <a:gd name="connsiteY18" fmla="*/ 3911600 h 5940425"/>
              <a:gd name="connsiteX19" fmla="*/ 2216288 w 6499502"/>
              <a:gd name="connsiteY19" fmla="*/ 3911600 h 5940425"/>
              <a:gd name="connsiteX20" fmla="*/ 0 w 6499502"/>
              <a:gd name="connsiteY20" fmla="*/ 2028825 h 5940425"/>
              <a:gd name="connsiteX21" fmla="*/ 2066926 w 6499502"/>
              <a:gd name="connsiteY21" fmla="*/ 2028825 h 5940425"/>
              <a:gd name="connsiteX22" fmla="*/ 2066926 w 6499502"/>
              <a:gd name="connsiteY22" fmla="*/ 3911600 h 5940425"/>
              <a:gd name="connsiteX23" fmla="*/ 0 w 6499502"/>
              <a:gd name="connsiteY23" fmla="*/ 3911600 h 5940425"/>
              <a:gd name="connsiteX24" fmla="*/ 4432576 w 6499502"/>
              <a:gd name="connsiteY24" fmla="*/ 0 h 5940425"/>
              <a:gd name="connsiteX25" fmla="*/ 6499502 w 6499502"/>
              <a:gd name="connsiteY25" fmla="*/ 0 h 5940425"/>
              <a:gd name="connsiteX26" fmla="*/ 6499502 w 6499502"/>
              <a:gd name="connsiteY26" fmla="*/ 1882775 h 5940425"/>
              <a:gd name="connsiteX27" fmla="*/ 4432576 w 6499502"/>
              <a:gd name="connsiteY27" fmla="*/ 1882775 h 5940425"/>
              <a:gd name="connsiteX28" fmla="*/ 2216288 w 6499502"/>
              <a:gd name="connsiteY28" fmla="*/ 0 h 5940425"/>
              <a:gd name="connsiteX29" fmla="*/ 4283214 w 6499502"/>
              <a:gd name="connsiteY29" fmla="*/ 0 h 5940425"/>
              <a:gd name="connsiteX30" fmla="*/ 4283214 w 6499502"/>
              <a:gd name="connsiteY30" fmla="*/ 1882775 h 5940425"/>
              <a:gd name="connsiteX31" fmla="*/ 2216288 w 6499502"/>
              <a:gd name="connsiteY31" fmla="*/ 1882775 h 5940425"/>
              <a:gd name="connsiteX32" fmla="*/ 0 w 6499502"/>
              <a:gd name="connsiteY32" fmla="*/ 0 h 5940425"/>
              <a:gd name="connsiteX33" fmla="*/ 2066926 w 6499502"/>
              <a:gd name="connsiteY33" fmla="*/ 0 h 5940425"/>
              <a:gd name="connsiteX34" fmla="*/ 2066926 w 6499502"/>
              <a:gd name="connsiteY34" fmla="*/ 1882775 h 5940425"/>
              <a:gd name="connsiteX35" fmla="*/ 0 w 6499502"/>
              <a:gd name="connsiteY35" fmla="*/ 1882775 h 59404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6499502" h="5940425">
                <a:moveTo>
                  <a:pt x="4432576" y="4057650"/>
                </a:moveTo>
                <a:lnTo>
                  <a:pt x="6499502" y="4057650"/>
                </a:lnTo>
                <a:lnTo>
                  <a:pt x="6499502" y="5940425"/>
                </a:lnTo>
                <a:lnTo>
                  <a:pt x="4432576" y="5940425"/>
                </a:lnTo>
                <a:close/>
                <a:moveTo>
                  <a:pt x="2216288" y="4057650"/>
                </a:moveTo>
                <a:lnTo>
                  <a:pt x="4283214" y="4057650"/>
                </a:lnTo>
                <a:lnTo>
                  <a:pt x="4283214" y="5940425"/>
                </a:lnTo>
                <a:lnTo>
                  <a:pt x="2216288" y="5940425"/>
                </a:lnTo>
                <a:close/>
                <a:moveTo>
                  <a:pt x="0" y="4057650"/>
                </a:moveTo>
                <a:lnTo>
                  <a:pt x="2066926" y="4057650"/>
                </a:lnTo>
                <a:lnTo>
                  <a:pt x="2066926" y="5940425"/>
                </a:lnTo>
                <a:lnTo>
                  <a:pt x="0" y="5940425"/>
                </a:lnTo>
                <a:close/>
                <a:moveTo>
                  <a:pt x="4432576" y="2028825"/>
                </a:moveTo>
                <a:lnTo>
                  <a:pt x="6499502" y="2028825"/>
                </a:lnTo>
                <a:lnTo>
                  <a:pt x="6499502" y="3911600"/>
                </a:lnTo>
                <a:lnTo>
                  <a:pt x="4432576" y="3911600"/>
                </a:lnTo>
                <a:close/>
                <a:moveTo>
                  <a:pt x="2216288" y="2028825"/>
                </a:moveTo>
                <a:lnTo>
                  <a:pt x="4283214" y="2028825"/>
                </a:lnTo>
                <a:lnTo>
                  <a:pt x="4283214" y="3911600"/>
                </a:lnTo>
                <a:lnTo>
                  <a:pt x="2216288" y="3911600"/>
                </a:lnTo>
                <a:close/>
                <a:moveTo>
                  <a:pt x="0" y="2028825"/>
                </a:moveTo>
                <a:lnTo>
                  <a:pt x="2066926" y="2028825"/>
                </a:lnTo>
                <a:lnTo>
                  <a:pt x="2066926" y="3911600"/>
                </a:lnTo>
                <a:lnTo>
                  <a:pt x="0" y="3911600"/>
                </a:lnTo>
                <a:close/>
                <a:moveTo>
                  <a:pt x="4432576" y="0"/>
                </a:moveTo>
                <a:lnTo>
                  <a:pt x="6499502" y="0"/>
                </a:lnTo>
                <a:lnTo>
                  <a:pt x="6499502" y="1882775"/>
                </a:lnTo>
                <a:lnTo>
                  <a:pt x="4432576" y="1882775"/>
                </a:lnTo>
                <a:close/>
                <a:moveTo>
                  <a:pt x="2216288" y="0"/>
                </a:moveTo>
                <a:lnTo>
                  <a:pt x="4283214" y="0"/>
                </a:lnTo>
                <a:lnTo>
                  <a:pt x="4283214" y="1882775"/>
                </a:lnTo>
                <a:lnTo>
                  <a:pt x="2216288" y="1882775"/>
                </a:lnTo>
                <a:close/>
                <a:moveTo>
                  <a:pt x="0" y="0"/>
                </a:moveTo>
                <a:lnTo>
                  <a:pt x="2066926" y="0"/>
                </a:lnTo>
                <a:lnTo>
                  <a:pt x="2066926" y="1882775"/>
                </a:lnTo>
                <a:lnTo>
                  <a:pt x="0" y="188277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ctr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596928"/>
            <a:ext cx="4810125" cy="3267268"/>
          </a:xfrm>
        </p:spPr>
        <p:txBody>
          <a:bodyPr anchor="ctr"/>
          <a:lstStyle>
            <a:lvl1pPr>
              <a:defRPr sz="6000">
                <a:solidFill>
                  <a:schemeClr val="accent5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3933498" y="4952673"/>
            <a:ext cx="1248102" cy="12481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B43515-5C7A-4125-B76D-8A24D2BBE5EC}"/>
              </a:ext>
            </a:extLst>
          </p:cNvPr>
          <p:cNvSpPr/>
          <p:nvPr userDrawn="1"/>
        </p:nvSpPr>
        <p:spPr>
          <a:xfrm>
            <a:off x="371475" y="1011911"/>
            <a:ext cx="496540" cy="49654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9A713B-4176-4C86-9E87-4ADBD6F444FB}"/>
              </a:ext>
            </a:extLst>
          </p:cNvPr>
          <p:cNvSpPr/>
          <p:nvPr userDrawn="1"/>
        </p:nvSpPr>
        <p:spPr>
          <a:xfrm>
            <a:off x="620587" y="671713"/>
            <a:ext cx="247428" cy="24742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622333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917949"/>
            <a:ext cx="6915150" cy="2268337"/>
          </a:xfrm>
        </p:spPr>
        <p:txBody>
          <a:bodyPr anchor="ctr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5222179" y="2327274"/>
            <a:ext cx="2176462" cy="15112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FA0623C-0B34-4074-8AA0-6428A5AF07A3}"/>
              </a:ext>
            </a:extLst>
          </p:cNvPr>
          <p:cNvSpPr/>
          <p:nvPr userDrawn="1"/>
        </p:nvSpPr>
        <p:spPr>
          <a:xfrm>
            <a:off x="7468839" y="3917949"/>
            <a:ext cx="2176462" cy="2282826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B5D335A5-A601-4D8A-AEF5-F34792FF565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1474" y="260351"/>
            <a:ext cx="11520489" cy="5940424"/>
          </a:xfrm>
          <a:custGeom>
            <a:avLst/>
            <a:gdLst>
              <a:gd name="connsiteX0" fmla="*/ 9344026 w 11520489"/>
              <a:gd name="connsiteY0" fmla="*/ 3657598 h 5940424"/>
              <a:gd name="connsiteX1" fmla="*/ 11520489 w 11520489"/>
              <a:gd name="connsiteY1" fmla="*/ 3657598 h 5940424"/>
              <a:gd name="connsiteX2" fmla="*/ 11520489 w 11520489"/>
              <a:gd name="connsiteY2" fmla="*/ 5940424 h 5940424"/>
              <a:gd name="connsiteX3" fmla="*/ 9344026 w 11520489"/>
              <a:gd name="connsiteY3" fmla="*/ 5940424 h 5940424"/>
              <a:gd name="connsiteX4" fmla="*/ 9344026 w 11520489"/>
              <a:gd name="connsiteY4" fmla="*/ 2066924 h 5940424"/>
              <a:gd name="connsiteX5" fmla="*/ 11520489 w 11520489"/>
              <a:gd name="connsiteY5" fmla="*/ 2066924 h 5940424"/>
              <a:gd name="connsiteX6" fmla="*/ 11520489 w 11520489"/>
              <a:gd name="connsiteY6" fmla="*/ 3578224 h 5940424"/>
              <a:gd name="connsiteX7" fmla="*/ 9344026 w 11520489"/>
              <a:gd name="connsiteY7" fmla="*/ 3578224 h 5940424"/>
              <a:gd name="connsiteX8" fmla="*/ 7097365 w 11520489"/>
              <a:gd name="connsiteY8" fmla="*/ 2066924 h 5940424"/>
              <a:gd name="connsiteX9" fmla="*/ 9273828 w 11520489"/>
              <a:gd name="connsiteY9" fmla="*/ 2066924 h 5940424"/>
              <a:gd name="connsiteX10" fmla="*/ 9273828 w 11520489"/>
              <a:gd name="connsiteY10" fmla="*/ 3578224 h 5940424"/>
              <a:gd name="connsiteX11" fmla="*/ 7097365 w 11520489"/>
              <a:gd name="connsiteY11" fmla="*/ 3578224 h 5940424"/>
              <a:gd name="connsiteX12" fmla="*/ 2604044 w 11520489"/>
              <a:gd name="connsiteY12" fmla="*/ 2066923 h 5940424"/>
              <a:gd name="connsiteX13" fmla="*/ 4780506 w 11520489"/>
              <a:gd name="connsiteY13" fmla="*/ 2066923 h 5940424"/>
              <a:gd name="connsiteX14" fmla="*/ 4780506 w 11520489"/>
              <a:gd name="connsiteY14" fmla="*/ 3578222 h 5940424"/>
              <a:gd name="connsiteX15" fmla="*/ 2604044 w 11520489"/>
              <a:gd name="connsiteY15" fmla="*/ 3578222 h 5940424"/>
              <a:gd name="connsiteX16" fmla="*/ 0 w 11520489"/>
              <a:gd name="connsiteY16" fmla="*/ 2066923 h 5940424"/>
              <a:gd name="connsiteX17" fmla="*/ 2533843 w 11520489"/>
              <a:gd name="connsiteY17" fmla="*/ 2066923 h 5940424"/>
              <a:gd name="connsiteX18" fmla="*/ 2533843 w 11520489"/>
              <a:gd name="connsiteY18" fmla="*/ 3578222 h 5940424"/>
              <a:gd name="connsiteX19" fmla="*/ 0 w 11520489"/>
              <a:gd name="connsiteY19" fmla="*/ 3578222 h 5940424"/>
              <a:gd name="connsiteX20" fmla="*/ 2604046 w 11520489"/>
              <a:gd name="connsiteY20" fmla="*/ 0 h 5940424"/>
              <a:gd name="connsiteX21" fmla="*/ 4780509 w 11520489"/>
              <a:gd name="connsiteY21" fmla="*/ 0 h 5940424"/>
              <a:gd name="connsiteX22" fmla="*/ 4780509 w 11520489"/>
              <a:gd name="connsiteY22" fmla="*/ 1987550 h 5940424"/>
              <a:gd name="connsiteX23" fmla="*/ 2604046 w 11520489"/>
              <a:gd name="connsiteY23" fmla="*/ 1987550 h 5940424"/>
              <a:gd name="connsiteX24" fmla="*/ 2 w 11520489"/>
              <a:gd name="connsiteY24" fmla="*/ 0 h 5940424"/>
              <a:gd name="connsiteX25" fmla="*/ 2533845 w 11520489"/>
              <a:gd name="connsiteY25" fmla="*/ 0 h 5940424"/>
              <a:gd name="connsiteX26" fmla="*/ 2533845 w 11520489"/>
              <a:gd name="connsiteY26" fmla="*/ 1987550 h 5940424"/>
              <a:gd name="connsiteX27" fmla="*/ 2 w 11520489"/>
              <a:gd name="connsiteY27" fmla="*/ 1987550 h 5940424"/>
              <a:gd name="connsiteX28" fmla="*/ 7097365 w 11520489"/>
              <a:gd name="connsiteY28" fmla="*/ 0 h 5940424"/>
              <a:gd name="connsiteX29" fmla="*/ 9273828 w 11520489"/>
              <a:gd name="connsiteY29" fmla="*/ 0 h 5940424"/>
              <a:gd name="connsiteX30" fmla="*/ 9273828 w 11520489"/>
              <a:gd name="connsiteY30" fmla="*/ 1987550 h 5940424"/>
              <a:gd name="connsiteX31" fmla="*/ 7097365 w 11520489"/>
              <a:gd name="connsiteY31" fmla="*/ 1987550 h 5940424"/>
              <a:gd name="connsiteX32" fmla="*/ 4850705 w 11520489"/>
              <a:gd name="connsiteY32" fmla="*/ 0 h 5940424"/>
              <a:gd name="connsiteX33" fmla="*/ 7027168 w 11520489"/>
              <a:gd name="connsiteY33" fmla="*/ 0 h 5940424"/>
              <a:gd name="connsiteX34" fmla="*/ 7027168 w 11520489"/>
              <a:gd name="connsiteY34" fmla="*/ 1987550 h 5940424"/>
              <a:gd name="connsiteX35" fmla="*/ 4850705 w 11520489"/>
              <a:gd name="connsiteY35" fmla="*/ 1987550 h 5940424"/>
              <a:gd name="connsiteX36" fmla="*/ 9344025 w 11520489"/>
              <a:gd name="connsiteY36" fmla="*/ 0 h 5940424"/>
              <a:gd name="connsiteX37" fmla="*/ 11520488 w 11520489"/>
              <a:gd name="connsiteY37" fmla="*/ 0 h 5940424"/>
              <a:gd name="connsiteX38" fmla="*/ 11520488 w 11520489"/>
              <a:gd name="connsiteY38" fmla="*/ 1987550 h 5940424"/>
              <a:gd name="connsiteX39" fmla="*/ 9344025 w 11520489"/>
              <a:gd name="connsiteY39" fmla="*/ 1987550 h 5940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11520489" h="5940424">
                <a:moveTo>
                  <a:pt x="9344026" y="3657598"/>
                </a:moveTo>
                <a:lnTo>
                  <a:pt x="11520489" y="3657598"/>
                </a:lnTo>
                <a:lnTo>
                  <a:pt x="11520489" y="5940424"/>
                </a:lnTo>
                <a:lnTo>
                  <a:pt x="9344026" y="5940424"/>
                </a:lnTo>
                <a:close/>
                <a:moveTo>
                  <a:pt x="9344026" y="2066924"/>
                </a:moveTo>
                <a:lnTo>
                  <a:pt x="11520489" y="2066924"/>
                </a:lnTo>
                <a:lnTo>
                  <a:pt x="11520489" y="3578224"/>
                </a:lnTo>
                <a:lnTo>
                  <a:pt x="9344026" y="3578224"/>
                </a:lnTo>
                <a:close/>
                <a:moveTo>
                  <a:pt x="7097365" y="2066924"/>
                </a:moveTo>
                <a:lnTo>
                  <a:pt x="9273828" y="2066924"/>
                </a:lnTo>
                <a:lnTo>
                  <a:pt x="9273828" y="3578224"/>
                </a:lnTo>
                <a:lnTo>
                  <a:pt x="7097365" y="3578224"/>
                </a:lnTo>
                <a:close/>
                <a:moveTo>
                  <a:pt x="2604044" y="2066923"/>
                </a:moveTo>
                <a:lnTo>
                  <a:pt x="4780506" y="2066923"/>
                </a:lnTo>
                <a:lnTo>
                  <a:pt x="4780506" y="3578222"/>
                </a:lnTo>
                <a:lnTo>
                  <a:pt x="2604044" y="3578222"/>
                </a:lnTo>
                <a:close/>
                <a:moveTo>
                  <a:pt x="0" y="2066923"/>
                </a:moveTo>
                <a:lnTo>
                  <a:pt x="2533843" y="2066923"/>
                </a:lnTo>
                <a:lnTo>
                  <a:pt x="2533843" y="3578222"/>
                </a:lnTo>
                <a:lnTo>
                  <a:pt x="0" y="3578222"/>
                </a:lnTo>
                <a:close/>
                <a:moveTo>
                  <a:pt x="2604046" y="0"/>
                </a:moveTo>
                <a:lnTo>
                  <a:pt x="4780509" y="0"/>
                </a:lnTo>
                <a:lnTo>
                  <a:pt x="4780509" y="1987550"/>
                </a:lnTo>
                <a:lnTo>
                  <a:pt x="2604046" y="1987550"/>
                </a:lnTo>
                <a:close/>
                <a:moveTo>
                  <a:pt x="2" y="0"/>
                </a:moveTo>
                <a:lnTo>
                  <a:pt x="2533845" y="0"/>
                </a:lnTo>
                <a:lnTo>
                  <a:pt x="2533845" y="1987550"/>
                </a:lnTo>
                <a:lnTo>
                  <a:pt x="2" y="1987550"/>
                </a:lnTo>
                <a:close/>
                <a:moveTo>
                  <a:pt x="7097365" y="0"/>
                </a:moveTo>
                <a:lnTo>
                  <a:pt x="9273828" y="0"/>
                </a:lnTo>
                <a:lnTo>
                  <a:pt x="9273828" y="1987550"/>
                </a:lnTo>
                <a:lnTo>
                  <a:pt x="7097365" y="1987550"/>
                </a:lnTo>
                <a:close/>
                <a:moveTo>
                  <a:pt x="4850705" y="0"/>
                </a:moveTo>
                <a:lnTo>
                  <a:pt x="7027168" y="0"/>
                </a:lnTo>
                <a:lnTo>
                  <a:pt x="7027168" y="1987550"/>
                </a:lnTo>
                <a:lnTo>
                  <a:pt x="4850705" y="1987550"/>
                </a:lnTo>
                <a:close/>
                <a:moveTo>
                  <a:pt x="9344025" y="0"/>
                </a:moveTo>
                <a:lnTo>
                  <a:pt x="11520488" y="0"/>
                </a:lnTo>
                <a:lnTo>
                  <a:pt x="11520488" y="1987550"/>
                </a:lnTo>
                <a:lnTo>
                  <a:pt x="9344025" y="198755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 anchor="t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88334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D497887-B1EF-4184-95F4-276A92D54B8F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2FFEDF-1F62-45E5-8000-9689D9DFC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4406207"/>
            <a:ext cx="10439400" cy="1175444"/>
          </a:xfrm>
        </p:spPr>
        <p:txBody>
          <a:bodyPr anchor="ctr"/>
          <a:lstStyle>
            <a:lvl1pPr algn="ctr">
              <a:defRPr sz="6000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10129-98D8-456D-9925-F02A38DE1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3E3CFC-9652-4E07-82D7-0EC3304CAA1F}"/>
              </a:ext>
            </a:extLst>
          </p:cNvPr>
          <p:cNvSpPr/>
          <p:nvPr userDrawn="1"/>
        </p:nvSpPr>
        <p:spPr>
          <a:xfrm>
            <a:off x="0" y="0"/>
            <a:ext cx="12191999" cy="28479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230D70C6-13FD-45D4-8FB6-26C56B8FF2D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260350"/>
            <a:ext cx="11520488" cy="365759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0ED78A-2A17-41C4-9030-D406C56DDF4A}"/>
              </a:ext>
            </a:extLst>
          </p:cNvPr>
          <p:cNvSpPr/>
          <p:nvPr userDrawn="1"/>
        </p:nvSpPr>
        <p:spPr>
          <a:xfrm>
            <a:off x="5795961" y="3914082"/>
            <a:ext cx="600075" cy="2918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5445827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A6C789F-805A-4494-8430-C63414191AC2}"/>
              </a:ext>
            </a:extLst>
          </p:cNvPr>
          <p:cNvSpPr/>
          <p:nvPr userDrawn="1"/>
        </p:nvSpPr>
        <p:spPr>
          <a:xfrm>
            <a:off x="371475" y="1526382"/>
            <a:ext cx="3595688" cy="456247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8224838" y="1526382"/>
            <a:ext cx="3595688" cy="45624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026" y="1724025"/>
            <a:ext cx="314325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282" y="1712119"/>
            <a:ext cx="3142800" cy="4191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67163" y="1233488"/>
            <a:ext cx="4257675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76615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A73287-EED0-4EEC-8007-E2C13366027B}"/>
              </a:ext>
            </a:extLst>
          </p:cNvPr>
          <p:cNvSpPr/>
          <p:nvPr userDrawn="1"/>
        </p:nvSpPr>
        <p:spPr>
          <a:xfrm>
            <a:off x="6200775" y="1233487"/>
            <a:ext cx="5619751" cy="273367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1357414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757863" cy="24156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9795E85-7B91-41BB-9DF4-A4893AA48FF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00775" y="3967163"/>
            <a:ext cx="5619750" cy="24145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5757863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48474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0182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4DC80855-A1B8-4B65-B6F6-2AA6239EC2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8" cy="2381361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B372D75-4BAD-4C47-AE7D-0F2711031EEC}"/>
              </a:ext>
            </a:extLst>
          </p:cNvPr>
          <p:cNvSpPr/>
          <p:nvPr userDrawn="1"/>
        </p:nvSpPr>
        <p:spPr>
          <a:xfrm>
            <a:off x="371475" y="3643799"/>
            <a:ext cx="11520488" cy="273367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3054" y="3808206"/>
            <a:ext cx="5255193" cy="240486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2406" y="3808236"/>
            <a:ext cx="5256000" cy="24048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15E3050-1157-4448-A84E-5AC72FC84A7F}"/>
              </a:ext>
            </a:extLst>
          </p:cNvPr>
          <p:cNvCxnSpPr/>
          <p:nvPr userDrawn="1"/>
        </p:nvCxnSpPr>
        <p:spPr>
          <a:xfrm>
            <a:off x="6131719" y="3774712"/>
            <a:ext cx="0" cy="247184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538630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15DEB4D-1697-4E72-B2BF-F5EA1EF3B009}"/>
              </a:ext>
            </a:extLst>
          </p:cNvPr>
          <p:cNvSpPr/>
          <p:nvPr userDrawn="1"/>
        </p:nvSpPr>
        <p:spPr>
          <a:xfrm>
            <a:off x="7162799" y="3052634"/>
            <a:ext cx="1368533" cy="1130142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1334424"/>
            <a:ext cx="4448175" cy="1520824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609563" y="3118775"/>
            <a:ext cx="2927311" cy="3081999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475" y="3118776"/>
            <a:ext cx="2926800" cy="3081922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84421AF3-217F-49BD-BF47-1140F3F445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908415" y="-4277"/>
            <a:ext cx="7283585" cy="6204974"/>
          </a:xfrm>
          <a:custGeom>
            <a:avLst/>
            <a:gdLst>
              <a:gd name="connsiteX0" fmla="*/ 4914900 w 7283585"/>
              <a:gd name="connsiteY0" fmla="*/ 4064000 h 6204974"/>
              <a:gd name="connsiteX1" fmla="*/ 7283585 w 7283585"/>
              <a:gd name="connsiteY1" fmla="*/ 4064000 h 6204974"/>
              <a:gd name="connsiteX2" fmla="*/ 7283585 w 7283585"/>
              <a:gd name="connsiteY2" fmla="*/ 6204974 h 6204974"/>
              <a:gd name="connsiteX3" fmla="*/ 4914900 w 7283585"/>
              <a:gd name="connsiteY3" fmla="*/ 6204974 h 6204974"/>
              <a:gd name="connsiteX4" fmla="*/ 4914900 w 7283585"/>
              <a:gd name="connsiteY4" fmla="*/ 2032000 h 6204974"/>
              <a:gd name="connsiteX5" fmla="*/ 7283585 w 7283585"/>
              <a:gd name="connsiteY5" fmla="*/ 2032000 h 6204974"/>
              <a:gd name="connsiteX6" fmla="*/ 7283585 w 7283585"/>
              <a:gd name="connsiteY6" fmla="*/ 3946525 h 6204974"/>
              <a:gd name="connsiteX7" fmla="*/ 4914900 w 7283585"/>
              <a:gd name="connsiteY7" fmla="*/ 3946525 h 6204974"/>
              <a:gd name="connsiteX8" fmla="*/ 2457450 w 7283585"/>
              <a:gd name="connsiteY8" fmla="*/ 2032000 h 6204974"/>
              <a:gd name="connsiteX9" fmla="*/ 4826135 w 7283585"/>
              <a:gd name="connsiteY9" fmla="*/ 2032000 h 6204974"/>
              <a:gd name="connsiteX10" fmla="*/ 4826135 w 7283585"/>
              <a:gd name="connsiteY10" fmla="*/ 3946525 h 6204974"/>
              <a:gd name="connsiteX11" fmla="*/ 2457450 w 7283585"/>
              <a:gd name="connsiteY11" fmla="*/ 3946525 h 6204974"/>
              <a:gd name="connsiteX12" fmla="*/ 0 w 7283585"/>
              <a:gd name="connsiteY12" fmla="*/ 8552 h 6204974"/>
              <a:gd name="connsiteX13" fmla="*/ 2368685 w 7283585"/>
              <a:gd name="connsiteY13" fmla="*/ 8552 h 6204974"/>
              <a:gd name="connsiteX14" fmla="*/ 2368685 w 7283585"/>
              <a:gd name="connsiteY14" fmla="*/ 1923077 h 6204974"/>
              <a:gd name="connsiteX15" fmla="*/ 0 w 7283585"/>
              <a:gd name="connsiteY15" fmla="*/ 1923077 h 6204974"/>
              <a:gd name="connsiteX16" fmla="*/ 2457450 w 7283585"/>
              <a:gd name="connsiteY16" fmla="*/ 4276 h 6204974"/>
              <a:gd name="connsiteX17" fmla="*/ 4826135 w 7283585"/>
              <a:gd name="connsiteY17" fmla="*/ 4276 h 6204974"/>
              <a:gd name="connsiteX18" fmla="*/ 4826135 w 7283585"/>
              <a:gd name="connsiteY18" fmla="*/ 1918801 h 6204974"/>
              <a:gd name="connsiteX19" fmla="*/ 2457450 w 7283585"/>
              <a:gd name="connsiteY19" fmla="*/ 1918801 h 6204974"/>
              <a:gd name="connsiteX20" fmla="*/ 4914900 w 7283585"/>
              <a:gd name="connsiteY20" fmla="*/ 0 h 6204974"/>
              <a:gd name="connsiteX21" fmla="*/ 7283585 w 7283585"/>
              <a:gd name="connsiteY21" fmla="*/ 0 h 6204974"/>
              <a:gd name="connsiteX22" fmla="*/ 7283585 w 7283585"/>
              <a:gd name="connsiteY22" fmla="*/ 1914525 h 6204974"/>
              <a:gd name="connsiteX23" fmla="*/ 4914900 w 7283585"/>
              <a:gd name="connsiteY23" fmla="*/ 1914525 h 6204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283585" h="6204974">
                <a:moveTo>
                  <a:pt x="4914900" y="4064000"/>
                </a:moveTo>
                <a:lnTo>
                  <a:pt x="7283585" y="4064000"/>
                </a:lnTo>
                <a:lnTo>
                  <a:pt x="7283585" y="6204974"/>
                </a:lnTo>
                <a:lnTo>
                  <a:pt x="4914900" y="6204974"/>
                </a:lnTo>
                <a:close/>
                <a:moveTo>
                  <a:pt x="4914900" y="2032000"/>
                </a:moveTo>
                <a:lnTo>
                  <a:pt x="7283585" y="2032000"/>
                </a:lnTo>
                <a:lnTo>
                  <a:pt x="7283585" y="3946525"/>
                </a:lnTo>
                <a:lnTo>
                  <a:pt x="4914900" y="3946525"/>
                </a:lnTo>
                <a:close/>
                <a:moveTo>
                  <a:pt x="2457450" y="2032000"/>
                </a:moveTo>
                <a:lnTo>
                  <a:pt x="4826135" y="2032000"/>
                </a:lnTo>
                <a:lnTo>
                  <a:pt x="4826135" y="3946525"/>
                </a:lnTo>
                <a:lnTo>
                  <a:pt x="2457450" y="3946525"/>
                </a:lnTo>
                <a:close/>
                <a:moveTo>
                  <a:pt x="0" y="8552"/>
                </a:moveTo>
                <a:lnTo>
                  <a:pt x="2368685" y="8552"/>
                </a:lnTo>
                <a:lnTo>
                  <a:pt x="2368685" y="1923077"/>
                </a:lnTo>
                <a:lnTo>
                  <a:pt x="0" y="1923077"/>
                </a:lnTo>
                <a:close/>
                <a:moveTo>
                  <a:pt x="2457450" y="4276"/>
                </a:moveTo>
                <a:lnTo>
                  <a:pt x="4826135" y="4276"/>
                </a:lnTo>
                <a:lnTo>
                  <a:pt x="4826135" y="1918801"/>
                </a:lnTo>
                <a:lnTo>
                  <a:pt x="2457450" y="1918801"/>
                </a:lnTo>
                <a:close/>
                <a:moveTo>
                  <a:pt x="4914900" y="0"/>
                </a:moveTo>
                <a:lnTo>
                  <a:pt x="7283585" y="0"/>
                </a:lnTo>
                <a:lnTo>
                  <a:pt x="7283585" y="1914525"/>
                </a:lnTo>
                <a:lnTo>
                  <a:pt x="4914900" y="1914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5378D9-445B-4812-AE73-9B2CF92DCDF1}"/>
              </a:ext>
            </a:extLst>
          </p:cNvPr>
          <p:cNvSpPr/>
          <p:nvPr userDrawn="1"/>
        </p:nvSpPr>
        <p:spPr>
          <a:xfrm>
            <a:off x="6210299" y="2027725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569B8CC-B741-4501-A871-F6CC58941F5C}"/>
              </a:ext>
            </a:extLst>
          </p:cNvPr>
          <p:cNvSpPr/>
          <p:nvPr userDrawn="1"/>
        </p:nvSpPr>
        <p:spPr>
          <a:xfrm>
            <a:off x="8661263" y="4055448"/>
            <a:ext cx="1073287" cy="91867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D9C5BC-5F16-4DC8-BAA3-30A378B7F5FB}"/>
              </a:ext>
            </a:extLst>
          </p:cNvPr>
          <p:cNvCxnSpPr>
            <a:cxnSpLocks/>
          </p:cNvCxnSpPr>
          <p:nvPr userDrawn="1"/>
        </p:nvCxnSpPr>
        <p:spPr>
          <a:xfrm>
            <a:off x="3452019" y="3106075"/>
            <a:ext cx="0" cy="30947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2F0E9B02-FBE7-4B3F-833A-FCDE146B2DAD}"/>
              </a:ext>
            </a:extLst>
          </p:cNvPr>
          <p:cNvSpPr/>
          <p:nvPr userDrawn="1"/>
        </p:nvSpPr>
        <p:spPr>
          <a:xfrm>
            <a:off x="0" y="1405862"/>
            <a:ext cx="300037" cy="14652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5896089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BCBF1-64A6-4051-BC31-B793E99731A6}"/>
              </a:ext>
            </a:extLst>
          </p:cNvPr>
          <p:cNvSpPr/>
          <p:nvPr userDrawn="1"/>
        </p:nvSpPr>
        <p:spPr>
          <a:xfrm>
            <a:off x="0" y="0"/>
            <a:ext cx="12192000" cy="6381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Picture Placeholder 6">
            <a:extLst>
              <a:ext uri="{FF2B5EF4-FFF2-40B4-BE49-F238E27FC236}">
                <a16:creationId xmlns:a16="http://schemas.microsoft.com/office/drawing/2014/main" id="{73E3AB81-FB3C-492F-8AB9-CFC37EECCE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11520488" cy="61214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2C4CC9-6F35-4EBF-857F-EBD298D77347}"/>
              </a:ext>
            </a:extLst>
          </p:cNvPr>
          <p:cNvSpPr/>
          <p:nvPr userDrawn="1"/>
        </p:nvSpPr>
        <p:spPr>
          <a:xfrm>
            <a:off x="1578741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1D54A23-014A-49B4-9E28-7641C8A4F0C1}"/>
              </a:ext>
            </a:extLst>
          </p:cNvPr>
          <p:cNvSpPr/>
          <p:nvPr userDrawn="1"/>
        </p:nvSpPr>
        <p:spPr>
          <a:xfrm>
            <a:off x="6184487" y="2299953"/>
            <a:ext cx="4420009" cy="308192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A6AA5-A315-455E-B5C7-E53E3746E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504" y="1233488"/>
            <a:ext cx="9016993" cy="761076"/>
          </a:xfrm>
        </p:spPr>
        <p:txBody>
          <a:bodyPr anchor="ctr">
            <a:no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182A82-4FBE-4689-B739-692549B40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F1116B-C8B0-450D-83F6-49C4ABB22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8091" y="2424864"/>
            <a:ext cx="4132800" cy="28332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60534E-DE82-45F4-8E2E-DA97F16917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22820" y="2424864"/>
            <a:ext cx="4131850" cy="2832101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9587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13E1565-5B33-4914-9800-50B8400266FF}"/>
              </a:ext>
            </a:extLst>
          </p:cNvPr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E438B2E-01A6-453B-928D-97D98438168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35756" y="260350"/>
            <a:ext cx="11520488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91105708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404FC023-3732-4036-B4DA-F34DC453036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2191999" cy="6857999"/>
          </a:xfrm>
          <a:custGeom>
            <a:avLst/>
            <a:gdLst>
              <a:gd name="connsiteX0" fmla="*/ 9194799 w 12191999"/>
              <a:gd name="connsiteY0" fmla="*/ 4114799 h 6108699"/>
              <a:gd name="connsiteX1" fmla="*/ 12191999 w 12191999"/>
              <a:gd name="connsiteY1" fmla="*/ 4114799 h 6108699"/>
              <a:gd name="connsiteX2" fmla="*/ 12191999 w 12191999"/>
              <a:gd name="connsiteY2" fmla="*/ 6108699 h 6108699"/>
              <a:gd name="connsiteX3" fmla="*/ 9194799 w 12191999"/>
              <a:gd name="connsiteY3" fmla="*/ 6108699 h 6108699"/>
              <a:gd name="connsiteX4" fmla="*/ 6129865 w 12191999"/>
              <a:gd name="connsiteY4" fmla="*/ 4114799 h 6108699"/>
              <a:gd name="connsiteX5" fmla="*/ 9127065 w 12191999"/>
              <a:gd name="connsiteY5" fmla="*/ 4114799 h 6108699"/>
              <a:gd name="connsiteX6" fmla="*/ 9127065 w 12191999"/>
              <a:gd name="connsiteY6" fmla="*/ 6108699 h 6108699"/>
              <a:gd name="connsiteX7" fmla="*/ 6129865 w 12191999"/>
              <a:gd name="connsiteY7" fmla="*/ 6108699 h 6108699"/>
              <a:gd name="connsiteX8" fmla="*/ 3064933 w 12191999"/>
              <a:gd name="connsiteY8" fmla="*/ 4114799 h 6108699"/>
              <a:gd name="connsiteX9" fmla="*/ 6062132 w 12191999"/>
              <a:gd name="connsiteY9" fmla="*/ 4114799 h 6108699"/>
              <a:gd name="connsiteX10" fmla="*/ 6062132 w 12191999"/>
              <a:gd name="connsiteY10" fmla="*/ 6108699 h 6108699"/>
              <a:gd name="connsiteX11" fmla="*/ 3064933 w 12191999"/>
              <a:gd name="connsiteY11" fmla="*/ 6108699 h 6108699"/>
              <a:gd name="connsiteX12" fmla="*/ 0 w 12191999"/>
              <a:gd name="connsiteY12" fmla="*/ 4114799 h 6108699"/>
              <a:gd name="connsiteX13" fmla="*/ 2997200 w 12191999"/>
              <a:gd name="connsiteY13" fmla="*/ 4114799 h 6108699"/>
              <a:gd name="connsiteX14" fmla="*/ 2997200 w 12191999"/>
              <a:gd name="connsiteY14" fmla="*/ 6108699 h 6108699"/>
              <a:gd name="connsiteX15" fmla="*/ 0 w 12191999"/>
              <a:gd name="connsiteY15" fmla="*/ 6108699 h 6108699"/>
              <a:gd name="connsiteX16" fmla="*/ 9194799 w 12191999"/>
              <a:gd name="connsiteY16" fmla="*/ 2057400 h 6108699"/>
              <a:gd name="connsiteX17" fmla="*/ 12191999 w 12191999"/>
              <a:gd name="connsiteY17" fmla="*/ 2057400 h 6108699"/>
              <a:gd name="connsiteX18" fmla="*/ 12191999 w 12191999"/>
              <a:gd name="connsiteY18" fmla="*/ 4051299 h 6108699"/>
              <a:gd name="connsiteX19" fmla="*/ 9194799 w 12191999"/>
              <a:gd name="connsiteY19" fmla="*/ 4051299 h 6108699"/>
              <a:gd name="connsiteX20" fmla="*/ 6129865 w 12191999"/>
              <a:gd name="connsiteY20" fmla="*/ 2057400 h 6108699"/>
              <a:gd name="connsiteX21" fmla="*/ 9127065 w 12191999"/>
              <a:gd name="connsiteY21" fmla="*/ 2057400 h 6108699"/>
              <a:gd name="connsiteX22" fmla="*/ 9127065 w 12191999"/>
              <a:gd name="connsiteY22" fmla="*/ 4051299 h 6108699"/>
              <a:gd name="connsiteX23" fmla="*/ 6129865 w 12191999"/>
              <a:gd name="connsiteY23" fmla="*/ 4051299 h 6108699"/>
              <a:gd name="connsiteX24" fmla="*/ 3064934 w 12191999"/>
              <a:gd name="connsiteY24" fmla="*/ 2057400 h 6108699"/>
              <a:gd name="connsiteX25" fmla="*/ 6062132 w 12191999"/>
              <a:gd name="connsiteY25" fmla="*/ 2057400 h 6108699"/>
              <a:gd name="connsiteX26" fmla="*/ 6062132 w 12191999"/>
              <a:gd name="connsiteY26" fmla="*/ 4051299 h 6108699"/>
              <a:gd name="connsiteX27" fmla="*/ 3064934 w 12191999"/>
              <a:gd name="connsiteY27" fmla="*/ 4051299 h 6108699"/>
              <a:gd name="connsiteX28" fmla="*/ 0 w 12191999"/>
              <a:gd name="connsiteY28" fmla="*/ 2057400 h 6108699"/>
              <a:gd name="connsiteX29" fmla="*/ 2997200 w 12191999"/>
              <a:gd name="connsiteY29" fmla="*/ 2057400 h 6108699"/>
              <a:gd name="connsiteX30" fmla="*/ 2997200 w 12191999"/>
              <a:gd name="connsiteY30" fmla="*/ 4051299 h 6108699"/>
              <a:gd name="connsiteX31" fmla="*/ 0 w 12191999"/>
              <a:gd name="connsiteY31" fmla="*/ 4051299 h 6108699"/>
              <a:gd name="connsiteX32" fmla="*/ 9194799 w 12191999"/>
              <a:gd name="connsiteY32" fmla="*/ 0 h 6108699"/>
              <a:gd name="connsiteX33" fmla="*/ 12191999 w 12191999"/>
              <a:gd name="connsiteY33" fmla="*/ 0 h 6108699"/>
              <a:gd name="connsiteX34" fmla="*/ 12191999 w 12191999"/>
              <a:gd name="connsiteY34" fmla="*/ 1993900 h 6108699"/>
              <a:gd name="connsiteX35" fmla="*/ 9194799 w 12191999"/>
              <a:gd name="connsiteY35" fmla="*/ 1993900 h 6108699"/>
              <a:gd name="connsiteX36" fmla="*/ 6129865 w 12191999"/>
              <a:gd name="connsiteY36" fmla="*/ 0 h 6108699"/>
              <a:gd name="connsiteX37" fmla="*/ 9127065 w 12191999"/>
              <a:gd name="connsiteY37" fmla="*/ 0 h 6108699"/>
              <a:gd name="connsiteX38" fmla="*/ 9127065 w 12191999"/>
              <a:gd name="connsiteY38" fmla="*/ 1993900 h 6108699"/>
              <a:gd name="connsiteX39" fmla="*/ 6129865 w 12191999"/>
              <a:gd name="connsiteY39" fmla="*/ 1993900 h 6108699"/>
              <a:gd name="connsiteX40" fmla="*/ 3064934 w 12191999"/>
              <a:gd name="connsiteY40" fmla="*/ 0 h 6108699"/>
              <a:gd name="connsiteX41" fmla="*/ 6062132 w 12191999"/>
              <a:gd name="connsiteY41" fmla="*/ 0 h 6108699"/>
              <a:gd name="connsiteX42" fmla="*/ 6062132 w 12191999"/>
              <a:gd name="connsiteY42" fmla="*/ 1993900 h 6108699"/>
              <a:gd name="connsiteX43" fmla="*/ 3064934 w 12191999"/>
              <a:gd name="connsiteY43" fmla="*/ 1993900 h 6108699"/>
              <a:gd name="connsiteX44" fmla="*/ 1 w 12191999"/>
              <a:gd name="connsiteY44" fmla="*/ 0 h 6108699"/>
              <a:gd name="connsiteX45" fmla="*/ 2997201 w 12191999"/>
              <a:gd name="connsiteY45" fmla="*/ 0 h 6108699"/>
              <a:gd name="connsiteX46" fmla="*/ 2997201 w 12191999"/>
              <a:gd name="connsiteY46" fmla="*/ 1993900 h 6108699"/>
              <a:gd name="connsiteX47" fmla="*/ 1 w 12191999"/>
              <a:gd name="connsiteY47" fmla="*/ 1993900 h 6108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2191999" h="6108699">
                <a:moveTo>
                  <a:pt x="9194799" y="4114799"/>
                </a:moveTo>
                <a:lnTo>
                  <a:pt x="12191999" y="4114799"/>
                </a:lnTo>
                <a:lnTo>
                  <a:pt x="12191999" y="6108699"/>
                </a:lnTo>
                <a:lnTo>
                  <a:pt x="9194799" y="6108699"/>
                </a:lnTo>
                <a:close/>
                <a:moveTo>
                  <a:pt x="6129865" y="4114799"/>
                </a:moveTo>
                <a:lnTo>
                  <a:pt x="9127065" y="4114799"/>
                </a:lnTo>
                <a:lnTo>
                  <a:pt x="9127065" y="6108699"/>
                </a:lnTo>
                <a:lnTo>
                  <a:pt x="6129865" y="6108699"/>
                </a:lnTo>
                <a:close/>
                <a:moveTo>
                  <a:pt x="3064933" y="4114799"/>
                </a:moveTo>
                <a:lnTo>
                  <a:pt x="6062132" y="4114799"/>
                </a:lnTo>
                <a:lnTo>
                  <a:pt x="6062132" y="6108699"/>
                </a:lnTo>
                <a:lnTo>
                  <a:pt x="3064933" y="6108699"/>
                </a:lnTo>
                <a:close/>
                <a:moveTo>
                  <a:pt x="0" y="4114799"/>
                </a:moveTo>
                <a:lnTo>
                  <a:pt x="2997200" y="4114799"/>
                </a:lnTo>
                <a:lnTo>
                  <a:pt x="2997200" y="6108699"/>
                </a:lnTo>
                <a:lnTo>
                  <a:pt x="0" y="6108699"/>
                </a:lnTo>
                <a:close/>
                <a:moveTo>
                  <a:pt x="9194799" y="2057400"/>
                </a:moveTo>
                <a:lnTo>
                  <a:pt x="12191999" y="2057400"/>
                </a:lnTo>
                <a:lnTo>
                  <a:pt x="12191999" y="4051299"/>
                </a:lnTo>
                <a:lnTo>
                  <a:pt x="9194799" y="4051299"/>
                </a:lnTo>
                <a:close/>
                <a:moveTo>
                  <a:pt x="6129865" y="2057400"/>
                </a:moveTo>
                <a:lnTo>
                  <a:pt x="9127065" y="2057400"/>
                </a:lnTo>
                <a:lnTo>
                  <a:pt x="9127065" y="4051299"/>
                </a:lnTo>
                <a:lnTo>
                  <a:pt x="6129865" y="4051299"/>
                </a:lnTo>
                <a:close/>
                <a:moveTo>
                  <a:pt x="3064934" y="2057400"/>
                </a:moveTo>
                <a:lnTo>
                  <a:pt x="6062132" y="2057400"/>
                </a:lnTo>
                <a:lnTo>
                  <a:pt x="6062132" y="4051299"/>
                </a:lnTo>
                <a:lnTo>
                  <a:pt x="3064934" y="4051299"/>
                </a:lnTo>
                <a:close/>
                <a:moveTo>
                  <a:pt x="0" y="2057400"/>
                </a:moveTo>
                <a:lnTo>
                  <a:pt x="2997200" y="2057400"/>
                </a:lnTo>
                <a:lnTo>
                  <a:pt x="2997200" y="4051299"/>
                </a:lnTo>
                <a:lnTo>
                  <a:pt x="0" y="4051299"/>
                </a:lnTo>
                <a:close/>
                <a:moveTo>
                  <a:pt x="9194799" y="0"/>
                </a:moveTo>
                <a:lnTo>
                  <a:pt x="12191999" y="0"/>
                </a:lnTo>
                <a:lnTo>
                  <a:pt x="12191999" y="1993900"/>
                </a:lnTo>
                <a:lnTo>
                  <a:pt x="9194799" y="1993900"/>
                </a:lnTo>
                <a:close/>
                <a:moveTo>
                  <a:pt x="6129865" y="0"/>
                </a:moveTo>
                <a:lnTo>
                  <a:pt x="9127065" y="0"/>
                </a:lnTo>
                <a:lnTo>
                  <a:pt x="9127065" y="1993900"/>
                </a:lnTo>
                <a:lnTo>
                  <a:pt x="6129865" y="1993900"/>
                </a:lnTo>
                <a:close/>
                <a:moveTo>
                  <a:pt x="3064934" y="0"/>
                </a:moveTo>
                <a:lnTo>
                  <a:pt x="6062132" y="0"/>
                </a:lnTo>
                <a:lnTo>
                  <a:pt x="6062132" y="1993900"/>
                </a:lnTo>
                <a:lnTo>
                  <a:pt x="3064934" y="1993900"/>
                </a:lnTo>
                <a:close/>
                <a:moveTo>
                  <a:pt x="1" y="0"/>
                </a:moveTo>
                <a:lnTo>
                  <a:pt x="2997201" y="0"/>
                </a:lnTo>
                <a:lnTo>
                  <a:pt x="2997201" y="1993900"/>
                </a:lnTo>
                <a:lnTo>
                  <a:pt x="1" y="19939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1609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44926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D9C7DFC2-3A77-4761-A9AF-98963C5CCA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981575" y="260350"/>
            <a:ext cx="2740025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3F6FD22A-5FDA-45EC-BE49-3C0E30A397B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39076" y="260350"/>
            <a:ext cx="4052888" cy="380365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4BDA74-9644-41EB-984D-939D27B60F3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839076" y="4165600"/>
            <a:ext cx="4052888" cy="239553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47386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233488"/>
            <a:ext cx="12192001" cy="439102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8F30468-CC2E-4430-88DD-81D548B988FA}"/>
              </a:ext>
            </a:extLst>
          </p:cNvPr>
          <p:cNvGrpSpPr/>
          <p:nvPr userDrawn="1"/>
        </p:nvGrpSpPr>
        <p:grpSpPr>
          <a:xfrm>
            <a:off x="371474" y="260350"/>
            <a:ext cx="644525" cy="973138"/>
            <a:chOff x="371475" y="671713"/>
            <a:chExt cx="496540" cy="83673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BF6F92E0-2218-46A5-A183-84468D9B72A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B476586-864B-4C72-91AF-8CF8796C6DE8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38B3D026-83A3-4D78-8B11-A20A6F47170C}"/>
              </a:ext>
            </a:extLst>
          </p:cNvPr>
          <p:cNvSpPr/>
          <p:nvPr userDrawn="1"/>
        </p:nvSpPr>
        <p:spPr>
          <a:xfrm>
            <a:off x="10795001" y="5642462"/>
            <a:ext cx="1397000" cy="12155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599560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AB4EF4F-0A84-4C50-B171-F044231527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1FC10-F7C3-4841-A705-B83FDE093009}"/>
              </a:ext>
            </a:extLst>
          </p:cNvPr>
          <p:cNvSpPr/>
          <p:nvPr userDrawn="1"/>
        </p:nvSpPr>
        <p:spPr>
          <a:xfrm>
            <a:off x="9398000" y="0"/>
            <a:ext cx="2793999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18957288-25D1-4D25-BECD-5A2E6A88818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60350"/>
            <a:ext cx="11891963" cy="6300788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350859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2466000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2892285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04445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2892284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04445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F36B08A9-4F2C-4D72-A755-CBF0DAD5A4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51738" y="1233487"/>
            <a:ext cx="246490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8673131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8673130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786099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786099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61887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63827" y="1233488"/>
            <a:ext cx="4828135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FAA6CD-8686-4F0E-9F34-3D74AC34027E}"/>
              </a:ext>
            </a:extLst>
          </p:cNvPr>
          <p:cNvSpPr/>
          <p:nvPr userDrawn="1"/>
        </p:nvSpPr>
        <p:spPr>
          <a:xfrm>
            <a:off x="371476" y="1233488"/>
            <a:ext cx="3210339" cy="12715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636" y="1330963"/>
            <a:ext cx="2986019" cy="1076636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35AFBAA-25FF-494A-937E-3DFC5F737803}"/>
              </a:ext>
            </a:extLst>
          </p:cNvPr>
          <p:cNvSpPr/>
          <p:nvPr userDrawn="1"/>
        </p:nvSpPr>
        <p:spPr>
          <a:xfrm>
            <a:off x="371475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636" y="2623930"/>
            <a:ext cx="2986019" cy="344888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D8F79B-BFE6-4B3E-8853-5C61FDFF46D9}"/>
              </a:ext>
            </a:extLst>
          </p:cNvPr>
          <p:cNvSpPr/>
          <p:nvPr userDrawn="1"/>
        </p:nvSpPr>
        <p:spPr>
          <a:xfrm>
            <a:off x="3717652" y="1233488"/>
            <a:ext cx="3210339" cy="12715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3B3569E-E4EC-433C-AFDA-E50961675D8F}"/>
              </a:ext>
            </a:extLst>
          </p:cNvPr>
          <p:cNvSpPr/>
          <p:nvPr userDrawn="1"/>
        </p:nvSpPr>
        <p:spPr>
          <a:xfrm>
            <a:off x="3717651" y="2542916"/>
            <a:ext cx="3210339" cy="365785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830620" y="1333189"/>
            <a:ext cx="2984400" cy="1074410"/>
          </a:xfrm>
        </p:spPr>
        <p:txBody>
          <a:bodyPr anchor="ctr"/>
          <a:lstStyle>
            <a:lvl1pPr marL="0" indent="0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830620" y="2623930"/>
            <a:ext cx="2984400" cy="344888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88519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39EF0319-0CF7-4AB8-BE69-FEE9B6C298F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11520487" cy="49672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8" y="2910543"/>
            <a:ext cx="5058000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8" y="3523420"/>
            <a:ext cx="5058000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5142" y="2910543"/>
            <a:ext cx="5058397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95142" y="3523420"/>
            <a:ext cx="5058397" cy="2181641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4194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0" y="0"/>
            <a:ext cx="12192000" cy="2146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634443"/>
            <a:ext cx="5630165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4247320"/>
            <a:ext cx="5630165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6" y="3634443"/>
            <a:ext cx="5582064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71476" y="4247320"/>
            <a:ext cx="5582064" cy="195345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16CD8AAD-701B-4F23-AB47-6FC6807871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6" y="1593851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>
            <a:extLst>
              <a:ext uri="{FF2B5EF4-FFF2-40B4-BE49-F238E27FC236}">
                <a16:creationId xmlns:a16="http://schemas.microsoft.com/office/drawing/2014/main" id="{2B9551A7-E41A-4D0E-925B-71270CA0F33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1738" y="1593850"/>
            <a:ext cx="5582064" cy="1929569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4248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90C1024-E4C7-44C6-ADC4-870B3D482C3F}"/>
              </a:ext>
            </a:extLst>
          </p:cNvPr>
          <p:cNvSpPr/>
          <p:nvPr userDrawn="1"/>
        </p:nvSpPr>
        <p:spPr>
          <a:xfrm>
            <a:off x="6441279" y="3761720"/>
            <a:ext cx="5446800" cy="240095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B43705-0B3F-4F77-A8BB-08EC09D36A56}"/>
              </a:ext>
            </a:extLst>
          </p:cNvPr>
          <p:cNvSpPr/>
          <p:nvPr userDrawn="1"/>
        </p:nvSpPr>
        <p:spPr>
          <a:xfrm>
            <a:off x="371474" y="1271588"/>
            <a:ext cx="5445125" cy="240095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2BA5B3-8B1C-4C1C-B4EB-C9A8AC24A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5649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54C622-8EF1-4AE4-AB25-19D71A5C5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2A6524-3EAC-4E27-BF8E-8F87E480F9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10169" y="3956706"/>
            <a:ext cx="5109021" cy="518457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FB94EC-1786-4ACB-B9A8-28216C7AB6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10169" y="4569583"/>
            <a:ext cx="5109021" cy="1412117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A658D4-2F70-44A3-A7C3-BF6A1D7BE2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836" y="1462743"/>
            <a:ext cx="5108400" cy="518457"/>
          </a:xfrm>
        </p:spPr>
        <p:txBody>
          <a:bodyPr anchor="ctr"/>
          <a:lstStyle>
            <a:lvl1pPr marL="0" indent="0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F57B0C-62A3-4053-936D-9841C7D76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9836" y="2075621"/>
            <a:ext cx="5108400" cy="1391480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100">
                <a:solidFill>
                  <a:schemeClr val="bg1"/>
                </a:solidFill>
              </a:defRPr>
            </a:lvl4pPr>
            <a:lvl5pPr>
              <a:defRPr sz="11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Picture Placeholder 6">
            <a:extLst>
              <a:ext uri="{FF2B5EF4-FFF2-40B4-BE49-F238E27FC236}">
                <a16:creationId xmlns:a16="http://schemas.microsoft.com/office/drawing/2014/main" id="{9DFBCB44-5019-402B-BEC3-12F7F5526F0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0101" y="1271588"/>
            <a:ext cx="60120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6">
            <a:extLst>
              <a:ext uri="{FF2B5EF4-FFF2-40B4-BE49-F238E27FC236}">
                <a16:creationId xmlns:a16="http://schemas.microsoft.com/office/drawing/2014/main" id="{8CD826C9-080C-4638-B261-376BD8B3162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71475" y="3758268"/>
            <a:ext cx="6011800" cy="240095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5490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1233488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9837" y="2227263"/>
            <a:ext cx="5572125" cy="3973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661614-E5E5-43DF-A12A-7BE84E58EE3B}"/>
              </a:ext>
            </a:extLst>
          </p:cNvPr>
          <p:cNvSpPr/>
          <p:nvPr userDrawn="1"/>
        </p:nvSpPr>
        <p:spPr>
          <a:xfrm>
            <a:off x="371475" y="5271760"/>
            <a:ext cx="5572125" cy="92901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61B260-71A2-402A-A38D-FE2C484B7F99}"/>
              </a:ext>
            </a:extLst>
          </p:cNvPr>
          <p:cNvSpPr/>
          <p:nvPr userDrawn="1"/>
        </p:nvSpPr>
        <p:spPr>
          <a:xfrm>
            <a:off x="6319836" y="1233488"/>
            <a:ext cx="5572125" cy="9290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4987" y="5380667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83348" y="1342395"/>
            <a:ext cx="52451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87864174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451739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9" y="164210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9F3577-4130-4F32-9302-DA8838D30560}"/>
              </a:ext>
            </a:extLst>
          </p:cNvPr>
          <p:cNvSpPr/>
          <p:nvPr userDrawn="1"/>
        </p:nvSpPr>
        <p:spPr>
          <a:xfrm>
            <a:off x="10337800" y="5122548"/>
            <a:ext cx="1854199" cy="1752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571500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2429505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186982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1932303"/>
            <a:ext cx="12192000" cy="291719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7699" y="1470977"/>
            <a:ext cx="5372097" cy="383984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54748" y="1462403"/>
            <a:ext cx="5372097" cy="3856995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47699" y="5451475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54748" y="591502"/>
            <a:ext cx="5372096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noProof="0"/>
              <a:t>Add your text here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F4B4D45-80E3-42F8-B437-4182608210C3}"/>
              </a:ext>
            </a:extLst>
          </p:cNvPr>
          <p:cNvGrpSpPr/>
          <p:nvPr userDrawn="1"/>
        </p:nvGrpSpPr>
        <p:grpSpPr>
          <a:xfrm>
            <a:off x="5387974" y="422433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D670E361-AF23-4722-9250-CCF26B3C5884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DE16CED-9FCD-4407-99EF-FFBE689DA9F1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A147081-5AFB-463F-B27C-7A0C4CA0573B}"/>
              </a:ext>
            </a:extLst>
          </p:cNvPr>
          <p:cNvGrpSpPr/>
          <p:nvPr userDrawn="1"/>
        </p:nvGrpSpPr>
        <p:grpSpPr>
          <a:xfrm flipH="1">
            <a:off x="6248401" y="5451475"/>
            <a:ext cx="644525" cy="973138"/>
            <a:chOff x="371475" y="671713"/>
            <a:chExt cx="496540" cy="836738"/>
          </a:xfrm>
          <a:solidFill>
            <a:schemeClr val="accent6"/>
          </a:solidFill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AE24567E-B0AE-4E55-A5FB-3019A9598162}"/>
                </a:ext>
              </a:extLst>
            </p:cNvPr>
            <p:cNvSpPr/>
            <p:nvPr userDrawn="1"/>
          </p:nvSpPr>
          <p:spPr>
            <a:xfrm>
              <a:off x="371475" y="1011911"/>
              <a:ext cx="496540" cy="49654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918E6C0-B582-4943-9462-FE9740846585}"/>
                </a:ext>
              </a:extLst>
            </p:cNvPr>
            <p:cNvSpPr/>
            <p:nvPr userDrawn="1"/>
          </p:nvSpPr>
          <p:spPr>
            <a:xfrm>
              <a:off x="620587" y="671713"/>
              <a:ext cx="247428" cy="247428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49338826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19200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1" y="0"/>
            <a:ext cx="6019799" cy="6858000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3037322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565E0AE-C9AC-4E26-B4A4-DDEE620D897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F023CF6-0A85-4867-A5CF-F75DDBC4C20A}"/>
              </a:ext>
            </a:extLst>
          </p:cNvPr>
          <p:cNvSpPr/>
          <p:nvPr userDrawn="1"/>
        </p:nvSpPr>
        <p:spPr>
          <a:xfrm>
            <a:off x="0" y="0"/>
            <a:ext cx="5372096" cy="685799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7E138685-E3C5-48A4-8460-3BEDDDEDA6A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1475" y="260350"/>
            <a:ext cx="5618153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E2F46B-C34E-40D3-9D43-BBA43EDFC924}"/>
              </a:ext>
            </a:extLst>
          </p:cNvPr>
          <p:cNvSpPr/>
          <p:nvPr userDrawn="1"/>
        </p:nvSpPr>
        <p:spPr>
          <a:xfrm>
            <a:off x="6819906" y="-18257"/>
            <a:ext cx="5372096" cy="685799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B6811C8C-D1DA-4EE5-888B-A30D6285BA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280147" y="260350"/>
            <a:ext cx="5619600" cy="6300787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15B70BB-4776-4914-92C9-092579FD6E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25351" y="5008563"/>
            <a:ext cx="4910400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58899736-796A-4B23-9534-D8784DD9A23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35593" y="5008563"/>
            <a:ext cx="4908708" cy="711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 b="1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363371013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5460C4-49C1-4270-BC58-5EEBC7761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371475" y="1233488"/>
            <a:ext cx="2776354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B5BF167-B9E6-4F02-9FA8-3CA79D552F0E}"/>
              </a:ext>
            </a:extLst>
          </p:cNvPr>
          <p:cNvSpPr/>
          <p:nvPr userDrawn="1"/>
        </p:nvSpPr>
        <p:spPr>
          <a:xfrm>
            <a:off x="3286186" y="1233488"/>
            <a:ext cx="2776354" cy="49672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8694DE-D82B-49DB-8A45-D1DD4C9BCEF1}"/>
              </a:ext>
            </a:extLst>
          </p:cNvPr>
          <p:cNvSpPr/>
          <p:nvPr userDrawn="1"/>
        </p:nvSpPr>
        <p:spPr>
          <a:xfrm>
            <a:off x="6200897" y="1233488"/>
            <a:ext cx="2776354" cy="4967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07C1370-8D38-4641-8D37-30A1218A4372}"/>
              </a:ext>
            </a:extLst>
          </p:cNvPr>
          <p:cNvSpPr/>
          <p:nvPr userDrawn="1"/>
        </p:nvSpPr>
        <p:spPr>
          <a:xfrm>
            <a:off x="9115608" y="1246188"/>
            <a:ext cx="2776354" cy="496728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E3EDDE5-9B23-44D7-8546-0B2365B42B16}"/>
              </a:ext>
            </a:extLst>
          </p:cNvPr>
          <p:cNvCxnSpPr/>
          <p:nvPr userDrawn="1"/>
        </p:nvCxnSpPr>
        <p:spPr>
          <a:xfrm>
            <a:off x="591252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9D259D5-D3C0-4B60-B2D9-9B6DFFD270D8}"/>
              </a:ext>
            </a:extLst>
          </p:cNvPr>
          <p:cNvCxnSpPr/>
          <p:nvPr userDrawn="1"/>
        </p:nvCxnSpPr>
        <p:spPr>
          <a:xfrm>
            <a:off x="3505963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0710C392-9E34-4640-AC70-210A1B8C47B5}"/>
              </a:ext>
            </a:extLst>
          </p:cNvPr>
          <p:cNvCxnSpPr/>
          <p:nvPr userDrawn="1"/>
        </p:nvCxnSpPr>
        <p:spPr>
          <a:xfrm>
            <a:off x="6420674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7A92E0B-B060-48FA-A650-36894FF4B216}"/>
              </a:ext>
            </a:extLst>
          </p:cNvPr>
          <p:cNvCxnSpPr/>
          <p:nvPr userDrawn="1"/>
        </p:nvCxnSpPr>
        <p:spPr>
          <a:xfrm>
            <a:off x="9335385" y="3721100"/>
            <a:ext cx="2336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D9056F2B-EAFD-4A57-BB92-D14816C84DD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76300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5" name="Picture Placeholder 33">
            <a:extLst>
              <a:ext uri="{FF2B5EF4-FFF2-40B4-BE49-F238E27FC236}">
                <a16:creationId xmlns:a16="http://schemas.microsoft.com/office/drawing/2014/main" id="{E65006DE-F797-4019-BB72-F484F9FE7E5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9813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33">
            <a:extLst>
              <a:ext uri="{FF2B5EF4-FFF2-40B4-BE49-F238E27FC236}">
                <a16:creationId xmlns:a16="http://schemas.microsoft.com/office/drawing/2014/main" id="{0947D252-5545-4406-8764-B7712464DA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4524" y="1739900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3">
            <a:extLst>
              <a:ext uri="{FF2B5EF4-FFF2-40B4-BE49-F238E27FC236}">
                <a16:creationId xmlns:a16="http://schemas.microsoft.com/office/drawing/2014/main" id="{DD89F80C-C1D7-4F63-BAD2-F4EE1F9A162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659235" y="4263232"/>
            <a:ext cx="1689100" cy="13970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08BBFEC8-B6BE-4768-9284-26D98C06FF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0550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D12C79C2-427D-418B-8FFA-C27D8F2C986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05963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0FD568C4-A06D-4A56-B7D6-AF338F5C329A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20674" y="3949700"/>
            <a:ext cx="2336800" cy="18542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Text Placeholder 39">
            <a:extLst>
              <a:ext uri="{FF2B5EF4-FFF2-40B4-BE49-F238E27FC236}">
                <a16:creationId xmlns:a16="http://schemas.microsoft.com/office/drawing/2014/main" id="{76B41443-1233-4172-B61C-7CC516D888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35385" y="1595835"/>
            <a:ext cx="2336800" cy="1854200"/>
          </a:xfrm>
        </p:spPr>
        <p:txBody>
          <a:bodyPr anchor="b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10807895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B607F24-5B01-4964-9736-E876BC347E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6168473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2950CCA-59F9-4C47-A5BA-294E9EDCBABE}"/>
              </a:ext>
            </a:extLst>
          </p:cNvPr>
          <p:cNvSpPr/>
          <p:nvPr userDrawn="1"/>
        </p:nvSpPr>
        <p:spPr>
          <a:xfrm>
            <a:off x="6769101" y="0"/>
            <a:ext cx="2711082" cy="2286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44232AA-36A1-4A85-8868-9D12848EB106}"/>
              </a:ext>
            </a:extLst>
          </p:cNvPr>
          <p:cNvSpPr/>
          <p:nvPr userDrawn="1"/>
        </p:nvSpPr>
        <p:spPr>
          <a:xfrm>
            <a:off x="9480918" y="2286000"/>
            <a:ext cx="2711082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B045D93-056D-486E-A634-890ECB9AF9C2}"/>
              </a:ext>
            </a:extLst>
          </p:cNvPr>
          <p:cNvSpPr/>
          <p:nvPr userDrawn="1"/>
        </p:nvSpPr>
        <p:spPr>
          <a:xfrm>
            <a:off x="6769100" y="4572000"/>
            <a:ext cx="2711082" cy="2286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67CD5E4-19A9-4EFD-BBF1-2B1FBC9BB9BD}"/>
              </a:ext>
            </a:extLst>
          </p:cNvPr>
          <p:cNvSpPr/>
          <p:nvPr userDrawn="1"/>
        </p:nvSpPr>
        <p:spPr>
          <a:xfrm>
            <a:off x="9480918" y="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A533582-AC3E-4F3B-9602-085EB97AD294}"/>
              </a:ext>
            </a:extLst>
          </p:cNvPr>
          <p:cNvSpPr/>
          <p:nvPr userDrawn="1"/>
        </p:nvSpPr>
        <p:spPr>
          <a:xfrm>
            <a:off x="6768364" y="2286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F0B1BD9-4AC2-4549-9001-383664C7F224}"/>
              </a:ext>
            </a:extLst>
          </p:cNvPr>
          <p:cNvSpPr/>
          <p:nvPr userDrawn="1"/>
        </p:nvSpPr>
        <p:spPr>
          <a:xfrm>
            <a:off x="9480918" y="4572000"/>
            <a:ext cx="2711082" cy="2286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32B2DC05-AAD7-458D-B737-BE8CCA1FFA99}"/>
              </a:ext>
            </a:extLst>
          </p:cNvPr>
          <p:cNvSpPr/>
          <p:nvPr userDrawn="1"/>
        </p:nvSpPr>
        <p:spPr>
          <a:xfrm rot="5400000">
            <a:off x="9422986" y="1050373"/>
            <a:ext cx="298174" cy="185254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Isosceles Triangle 38">
            <a:extLst>
              <a:ext uri="{FF2B5EF4-FFF2-40B4-BE49-F238E27FC236}">
                <a16:creationId xmlns:a16="http://schemas.microsoft.com/office/drawing/2014/main" id="{E423C01B-EB10-48EF-8F1C-C2A7E1923E3E}"/>
              </a:ext>
            </a:extLst>
          </p:cNvPr>
          <p:cNvSpPr/>
          <p:nvPr userDrawn="1"/>
        </p:nvSpPr>
        <p:spPr>
          <a:xfrm rot="16200000">
            <a:off x="9238100" y="3336373"/>
            <a:ext cx="298174" cy="185254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Isosceles Triangle 43">
            <a:extLst>
              <a:ext uri="{FF2B5EF4-FFF2-40B4-BE49-F238E27FC236}">
                <a16:creationId xmlns:a16="http://schemas.microsoft.com/office/drawing/2014/main" id="{BB0D5D5D-BB46-489A-A006-03E52FDA0AB6}"/>
              </a:ext>
            </a:extLst>
          </p:cNvPr>
          <p:cNvSpPr/>
          <p:nvPr userDrawn="1"/>
        </p:nvSpPr>
        <p:spPr>
          <a:xfrm rot="5400000">
            <a:off x="9422986" y="5622373"/>
            <a:ext cx="298174" cy="185254"/>
          </a:xfrm>
          <a:prstGeom prst="triangl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2D0DCA06-9544-45C9-BE22-EBB853AE757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133588" y="561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21403A13-F195-405D-B352-4B77969E358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421034" y="2847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33">
            <a:extLst>
              <a:ext uri="{FF2B5EF4-FFF2-40B4-BE49-F238E27FC236}">
                <a16:creationId xmlns:a16="http://schemas.microsoft.com/office/drawing/2014/main" id="{390C9BE2-4328-41D9-82FB-F6FEE7026C5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0133588" y="5133678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6168473" cy="562451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Text Placeholder 39">
            <a:extLst>
              <a:ext uri="{FF2B5EF4-FFF2-40B4-BE49-F238E27FC236}">
                <a16:creationId xmlns:a16="http://schemas.microsoft.com/office/drawing/2014/main" id="{1EE624A7-7FE4-44DC-B710-D995C25C9C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956242" y="215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8" name="Text Placeholder 39">
            <a:extLst>
              <a:ext uri="{FF2B5EF4-FFF2-40B4-BE49-F238E27FC236}">
                <a16:creationId xmlns:a16="http://schemas.microsoft.com/office/drawing/2014/main" id="{34CC27D1-7AB7-4922-81C5-41E9C01BAAE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668059" y="2501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19" name="Text Placeholder 39">
            <a:extLst>
              <a:ext uri="{FF2B5EF4-FFF2-40B4-BE49-F238E27FC236}">
                <a16:creationId xmlns:a16="http://schemas.microsoft.com/office/drawing/2014/main" id="{03F0CFEB-33B8-47FE-BC44-44AF273543D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56241" y="4787900"/>
            <a:ext cx="2336800" cy="1854200"/>
          </a:xfrm>
        </p:spPr>
        <p:txBody>
          <a:bodyPr anchor="ctr"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201425918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5" y="1233488"/>
            <a:ext cx="11520487" cy="3049754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Picture Placeholder 33">
            <a:extLst>
              <a:ext uri="{FF2B5EF4-FFF2-40B4-BE49-F238E27FC236}">
                <a16:creationId xmlns:a16="http://schemas.microsoft.com/office/drawing/2014/main" id="{917F3183-F8DC-409E-BDAF-E3190E5CC10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466711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33">
            <a:extLst>
              <a:ext uri="{FF2B5EF4-FFF2-40B4-BE49-F238E27FC236}">
                <a16:creationId xmlns:a16="http://schemas.microsoft.com/office/drawing/2014/main" id="{8DCF90EE-8A0F-46BB-A8EC-27CB7826EB0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08135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33">
            <a:extLst>
              <a:ext uri="{FF2B5EF4-FFF2-40B4-BE49-F238E27FC236}">
                <a16:creationId xmlns:a16="http://schemas.microsoft.com/office/drawing/2014/main" id="{4B6BCE84-A7A7-4701-966F-9F969C523C51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74955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3">
            <a:extLst>
              <a:ext uri="{FF2B5EF4-FFF2-40B4-BE49-F238E27FC236}">
                <a16:creationId xmlns:a16="http://schemas.microsoft.com/office/drawing/2014/main" id="{2F810615-16AA-4D3F-93BB-1074BABE123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435088" y="2999731"/>
            <a:ext cx="1405742" cy="1162644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9E999B4-BC91-4EF5-915C-59E58E141134}"/>
              </a:ext>
            </a:extLst>
          </p:cNvPr>
          <p:cNvSpPr/>
          <p:nvPr userDrawn="1"/>
        </p:nvSpPr>
        <p:spPr>
          <a:xfrm>
            <a:off x="979920" y="4514247"/>
            <a:ext cx="2379325" cy="16865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E3D72D1-545E-4FA9-B18F-DBE257DA9472}"/>
              </a:ext>
            </a:extLst>
          </p:cNvPr>
          <p:cNvSpPr/>
          <p:nvPr userDrawn="1"/>
        </p:nvSpPr>
        <p:spPr>
          <a:xfrm>
            <a:off x="3621344" y="4514247"/>
            <a:ext cx="2379325" cy="168652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1FF2C74-7F94-4D15-9530-4844CA0ABABA}"/>
              </a:ext>
            </a:extLst>
          </p:cNvPr>
          <p:cNvSpPr/>
          <p:nvPr userDrawn="1"/>
        </p:nvSpPr>
        <p:spPr>
          <a:xfrm>
            <a:off x="6262766" y="4514247"/>
            <a:ext cx="2379325" cy="16865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65048BF-5755-467D-94DA-799CD1A9ED70}"/>
              </a:ext>
            </a:extLst>
          </p:cNvPr>
          <p:cNvSpPr/>
          <p:nvPr userDrawn="1"/>
        </p:nvSpPr>
        <p:spPr>
          <a:xfrm>
            <a:off x="8904188" y="4514247"/>
            <a:ext cx="2379325" cy="1686527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3C8488B4-AC1B-43A6-A416-3F5BC72456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91465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950DB978-3832-472D-9958-42D6A712EA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732888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7A9C8821-D3DD-40C3-83BD-38D19040571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74310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C3FC554A-BF67-40BD-BD4F-B2EA17BBDB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15732" y="4598182"/>
            <a:ext cx="2156235" cy="1330436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2ECF54D-C7AE-4FFE-A9FA-ECD663CD2A09}"/>
              </a:ext>
            </a:extLst>
          </p:cNvPr>
          <p:cNvCxnSpPr>
            <a:cxnSpLocks/>
          </p:cNvCxnSpPr>
          <p:nvPr userDrawn="1"/>
        </p:nvCxnSpPr>
        <p:spPr>
          <a:xfrm>
            <a:off x="979920" y="4357837"/>
            <a:ext cx="2379325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FB84BED-8481-4D23-AE06-31529215FE6C}"/>
              </a:ext>
            </a:extLst>
          </p:cNvPr>
          <p:cNvCxnSpPr>
            <a:cxnSpLocks/>
          </p:cNvCxnSpPr>
          <p:nvPr userDrawn="1"/>
        </p:nvCxnSpPr>
        <p:spPr>
          <a:xfrm>
            <a:off x="3621344" y="4357837"/>
            <a:ext cx="23793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4A09D405-9228-4697-A91F-4E5A2B5B6512}"/>
              </a:ext>
            </a:extLst>
          </p:cNvPr>
          <p:cNvCxnSpPr>
            <a:cxnSpLocks/>
          </p:cNvCxnSpPr>
          <p:nvPr userDrawn="1"/>
        </p:nvCxnSpPr>
        <p:spPr>
          <a:xfrm>
            <a:off x="6262767" y="4357837"/>
            <a:ext cx="2379325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645748A-37E1-4661-B50F-D1FCAF7F3088}"/>
              </a:ext>
            </a:extLst>
          </p:cNvPr>
          <p:cNvCxnSpPr>
            <a:cxnSpLocks/>
          </p:cNvCxnSpPr>
          <p:nvPr userDrawn="1"/>
        </p:nvCxnSpPr>
        <p:spPr>
          <a:xfrm>
            <a:off x="8904191" y="4357837"/>
            <a:ext cx="2379325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08721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8" name="Picture Placeholder 6">
            <a:extLst>
              <a:ext uri="{FF2B5EF4-FFF2-40B4-BE49-F238E27FC236}">
                <a16:creationId xmlns:a16="http://schemas.microsoft.com/office/drawing/2014/main" id="{7E57D58E-479C-4409-8D5F-7CAC3178A7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71476" y="1233488"/>
            <a:ext cx="4140890" cy="5148262"/>
          </a:xfrm>
          <a:solidFill>
            <a:schemeClr val="bg1">
              <a:lumMod val="95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>
              <a:defRPr lang="en-US" sz="1800"/>
            </a:lvl1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4615257" y="1233489"/>
            <a:ext cx="2371952" cy="514826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6748F93-9B1D-4874-A164-A654BF7D6C8C}"/>
              </a:ext>
            </a:extLst>
          </p:cNvPr>
          <p:cNvGrpSpPr/>
          <p:nvPr userDrawn="1"/>
        </p:nvGrpSpPr>
        <p:grpSpPr>
          <a:xfrm>
            <a:off x="4842107" y="2462886"/>
            <a:ext cx="1918252" cy="2689468"/>
            <a:chOff x="4790661" y="2266122"/>
            <a:chExt cx="1918252" cy="2852530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AEF10CE-C943-4C6B-9DBF-5A0E63CDC89B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428B198-0637-4F15-900F-6709BFE4BDEA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F29A1B0-F4AB-4243-979A-50FADE3330EA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Group 27">
            <a:extLst>
              <a:ext uri="{FF2B5EF4-FFF2-40B4-BE49-F238E27FC236}">
                <a16:creationId xmlns:a16="http://schemas.microsoft.com/office/drawing/2014/main" id="{F894F998-0FDF-4CA2-802E-4FCFA7674171}"/>
              </a:ext>
            </a:extLst>
          </p:cNvPr>
          <p:cNvGrpSpPr/>
          <p:nvPr userDrawn="1"/>
        </p:nvGrpSpPr>
        <p:grpSpPr>
          <a:xfrm>
            <a:off x="7090100" y="2462886"/>
            <a:ext cx="4801862" cy="2689468"/>
            <a:chOff x="4790661" y="2266122"/>
            <a:chExt cx="1918252" cy="285253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1F0C0C8-87C4-49FB-B35B-E937E9D0BEC5}"/>
                </a:ext>
              </a:extLst>
            </p:cNvPr>
            <p:cNvCxnSpPr/>
            <p:nvPr userDrawn="1"/>
          </p:nvCxnSpPr>
          <p:spPr>
            <a:xfrm>
              <a:off x="4790661" y="226612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4857C5D3-7E33-4894-8AC3-0FD1BEB12F40}"/>
                </a:ext>
              </a:extLst>
            </p:cNvPr>
            <p:cNvCxnSpPr/>
            <p:nvPr userDrawn="1"/>
          </p:nvCxnSpPr>
          <p:spPr>
            <a:xfrm>
              <a:off x="4790661" y="3692387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100BA9F8-92BF-42F0-BD46-D9B7E7422F75}"/>
                </a:ext>
              </a:extLst>
            </p:cNvPr>
            <p:cNvCxnSpPr/>
            <p:nvPr userDrawn="1"/>
          </p:nvCxnSpPr>
          <p:spPr>
            <a:xfrm>
              <a:off x="4790661" y="5118652"/>
              <a:ext cx="1918252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166507" y="1463643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179CBA0C-6465-4209-AF3F-548A57F20CE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66507" y="27417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99852211-6BD9-4B69-BBC9-F2181F272D2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166507" y="4069997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EF11D65-7095-41D2-9630-E2EB44552E5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166507" y="5394355"/>
            <a:ext cx="4725455" cy="758822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27571" y="1437538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4" name="Picture Placeholder 33">
            <a:extLst>
              <a:ext uri="{FF2B5EF4-FFF2-40B4-BE49-F238E27FC236}">
                <a16:creationId xmlns:a16="http://schemas.microsoft.com/office/drawing/2014/main" id="{9A1BE0BE-1FFD-445C-B6BA-E4A602D22112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227571" y="27156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3">
            <a:extLst>
              <a:ext uri="{FF2B5EF4-FFF2-40B4-BE49-F238E27FC236}">
                <a16:creationId xmlns:a16="http://schemas.microsoft.com/office/drawing/2014/main" id="{B577AF17-6C7E-48B9-B267-0874B232A71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227571" y="4043892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33">
            <a:extLst>
              <a:ext uri="{FF2B5EF4-FFF2-40B4-BE49-F238E27FC236}">
                <a16:creationId xmlns:a16="http://schemas.microsoft.com/office/drawing/2014/main" id="{98A01AB1-3434-46C7-B1B3-90AFD4B1799F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5227571" y="5368250"/>
            <a:ext cx="1147325" cy="811033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809251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5" y="1233488"/>
            <a:ext cx="2293200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AF541B1-4F4B-40BC-BF0B-B80864399D0C}"/>
              </a:ext>
            </a:extLst>
          </p:cNvPr>
          <p:cNvSpPr/>
          <p:nvPr userDrawn="1"/>
        </p:nvSpPr>
        <p:spPr>
          <a:xfrm>
            <a:off x="371475" y="3773172"/>
            <a:ext cx="2293200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DB837A4A-8DA3-4F45-9468-2C7DE5B35803}"/>
              </a:ext>
            </a:extLst>
          </p:cNvPr>
          <p:cNvSpPr/>
          <p:nvPr userDrawn="1"/>
        </p:nvSpPr>
        <p:spPr>
          <a:xfrm>
            <a:off x="6170635" y="1233487"/>
            <a:ext cx="2294237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9CA034F-F360-4CF5-B944-C16768254C5A}"/>
              </a:ext>
            </a:extLst>
          </p:cNvPr>
          <p:cNvSpPr/>
          <p:nvPr userDrawn="1"/>
        </p:nvSpPr>
        <p:spPr>
          <a:xfrm>
            <a:off x="6170635" y="3773171"/>
            <a:ext cx="2294237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15473" y="1713955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A01639-D8FA-4F18-8FE5-E923F5A1BB48}"/>
              </a:ext>
            </a:extLst>
          </p:cNvPr>
          <p:cNvSpPr/>
          <p:nvPr userDrawn="1"/>
        </p:nvSpPr>
        <p:spPr>
          <a:xfrm>
            <a:off x="2730561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F02D09E-3C25-405E-BF24-A884A07C224A}"/>
              </a:ext>
            </a:extLst>
          </p:cNvPr>
          <p:cNvSpPr/>
          <p:nvPr userDrawn="1"/>
        </p:nvSpPr>
        <p:spPr>
          <a:xfrm>
            <a:off x="2730561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Text Placeholder 39">
            <a:extLst>
              <a:ext uri="{FF2B5EF4-FFF2-40B4-BE49-F238E27FC236}">
                <a16:creationId xmlns:a16="http://schemas.microsoft.com/office/drawing/2014/main" id="{9760B601-DCBC-47C8-95BE-A5DFCCBAD09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900245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5" name="Text Placeholder 39">
            <a:extLst>
              <a:ext uri="{FF2B5EF4-FFF2-40B4-BE49-F238E27FC236}">
                <a16:creationId xmlns:a16="http://schemas.microsoft.com/office/drawing/2014/main" id="{33BDF68D-A417-4526-95BD-83DC0A4FA5B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900245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C6F0F84-9668-4EA8-A3F5-3AD5AED3EFDD}"/>
              </a:ext>
            </a:extLst>
          </p:cNvPr>
          <p:cNvSpPr/>
          <p:nvPr userDrawn="1"/>
        </p:nvSpPr>
        <p:spPr>
          <a:xfrm>
            <a:off x="8549714" y="1233488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19CCCFCB-4EAD-47A3-8F4A-307EE022DD53}"/>
              </a:ext>
            </a:extLst>
          </p:cNvPr>
          <p:cNvSpPr/>
          <p:nvPr userDrawn="1"/>
        </p:nvSpPr>
        <p:spPr>
          <a:xfrm>
            <a:off x="8549714" y="3773171"/>
            <a:ext cx="3342248" cy="24276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Text Placeholder 39">
            <a:extLst>
              <a:ext uri="{FF2B5EF4-FFF2-40B4-BE49-F238E27FC236}">
                <a16:creationId xmlns:a16="http://schemas.microsoft.com/office/drawing/2014/main" id="{058CD71F-A7E3-4F68-ADE3-4E6B1BAE312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19398" y="1460126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0" name="Text Placeholder 39">
            <a:extLst>
              <a:ext uri="{FF2B5EF4-FFF2-40B4-BE49-F238E27FC236}">
                <a16:creationId xmlns:a16="http://schemas.microsoft.com/office/drawing/2014/main" id="{6EC40EC2-3775-4AF2-965D-0235107D834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19398" y="3999809"/>
            <a:ext cx="3002880" cy="1974324"/>
          </a:xfrm>
        </p:spPr>
        <p:txBody>
          <a:bodyPr anchor="ctr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51" name="Picture Placeholder 33">
            <a:extLst>
              <a:ext uri="{FF2B5EF4-FFF2-40B4-BE49-F238E27FC236}">
                <a16:creationId xmlns:a16="http://schemas.microsoft.com/office/drawing/2014/main" id="{F196EA03-E36C-4E2A-A82F-8FA76EC2DBFC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615473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33">
            <a:extLst>
              <a:ext uri="{FF2B5EF4-FFF2-40B4-BE49-F238E27FC236}">
                <a16:creationId xmlns:a16="http://schemas.microsoft.com/office/drawing/2014/main" id="{9A754FAD-4B3A-4A76-9F0D-84DA72FD822B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15151" y="4253638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33">
            <a:extLst>
              <a:ext uri="{FF2B5EF4-FFF2-40B4-BE49-F238E27FC236}">
                <a16:creationId xmlns:a16="http://schemas.microsoft.com/office/drawing/2014/main" id="{7A45718F-1012-47C4-BF29-7462E5C6CB90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415151" y="1713954"/>
            <a:ext cx="1805204" cy="14666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73224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1DD2DC66-11E4-4714-A8DE-E8AC34D49655}"/>
              </a:ext>
            </a:extLst>
          </p:cNvPr>
          <p:cNvSpPr/>
          <p:nvPr userDrawn="1"/>
        </p:nvSpPr>
        <p:spPr>
          <a:xfrm>
            <a:off x="371474" y="1660868"/>
            <a:ext cx="2686613" cy="24276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CD9ECBB-3A0A-409C-B1C0-C8F4C3087894}"/>
              </a:ext>
            </a:extLst>
          </p:cNvPr>
          <p:cNvSpPr/>
          <p:nvPr userDrawn="1"/>
        </p:nvSpPr>
        <p:spPr>
          <a:xfrm>
            <a:off x="3316099" y="1660868"/>
            <a:ext cx="2686613" cy="24276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FB4FA2C-0414-484D-95CD-C5E17E33E238}"/>
              </a:ext>
            </a:extLst>
          </p:cNvPr>
          <p:cNvSpPr/>
          <p:nvPr userDrawn="1"/>
        </p:nvSpPr>
        <p:spPr>
          <a:xfrm>
            <a:off x="6260723" y="1660868"/>
            <a:ext cx="2686613" cy="242760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D0DE753-6478-4950-8F99-15952FCB6521}"/>
              </a:ext>
            </a:extLst>
          </p:cNvPr>
          <p:cNvSpPr/>
          <p:nvPr userDrawn="1"/>
        </p:nvSpPr>
        <p:spPr>
          <a:xfrm>
            <a:off x="9205348" y="1660868"/>
            <a:ext cx="2686613" cy="24276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761485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71474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474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6099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6099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260723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260723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205350" y="4302782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accent6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205350" y="5058156"/>
            <a:ext cx="2686613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18847343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BB81E01-55F6-44A7-8ACB-B172EA0F9FB3}"/>
              </a:ext>
            </a:extLst>
          </p:cNvPr>
          <p:cNvSpPr/>
          <p:nvPr userDrawn="1"/>
        </p:nvSpPr>
        <p:spPr>
          <a:xfrm>
            <a:off x="467420" y="3895002"/>
            <a:ext cx="2494721" cy="2067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D85DF7-0BE8-4B88-98A1-F5062CDAA964}"/>
              </a:ext>
            </a:extLst>
          </p:cNvPr>
          <p:cNvSpPr/>
          <p:nvPr userDrawn="1"/>
        </p:nvSpPr>
        <p:spPr>
          <a:xfrm>
            <a:off x="3412044" y="3895002"/>
            <a:ext cx="2494721" cy="20672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F69394C-95D0-4D10-A34D-A35EF27D2806}"/>
              </a:ext>
            </a:extLst>
          </p:cNvPr>
          <p:cNvSpPr/>
          <p:nvPr userDrawn="1"/>
        </p:nvSpPr>
        <p:spPr>
          <a:xfrm>
            <a:off x="6356668" y="3895002"/>
            <a:ext cx="2494721" cy="2067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6DBF753-694A-4503-A33B-73C09E8EE3A5}"/>
              </a:ext>
            </a:extLst>
          </p:cNvPr>
          <p:cNvSpPr/>
          <p:nvPr userDrawn="1"/>
        </p:nvSpPr>
        <p:spPr>
          <a:xfrm>
            <a:off x="9301294" y="3895002"/>
            <a:ext cx="2494721" cy="206723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Picture Placeholder 33">
            <a:extLst>
              <a:ext uri="{FF2B5EF4-FFF2-40B4-BE49-F238E27FC236}">
                <a16:creationId xmlns:a16="http://schemas.microsoft.com/office/drawing/2014/main" id="{1644FD94-AD03-4C4F-A1A5-085DD8F5664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7420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3">
            <a:extLst>
              <a:ext uri="{FF2B5EF4-FFF2-40B4-BE49-F238E27FC236}">
                <a16:creationId xmlns:a16="http://schemas.microsoft.com/office/drawing/2014/main" id="{85BB27A3-DB87-46F4-8CA4-3C04A088E787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412045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3">
            <a:extLst>
              <a:ext uri="{FF2B5EF4-FFF2-40B4-BE49-F238E27FC236}">
                <a16:creationId xmlns:a16="http://schemas.microsoft.com/office/drawing/2014/main" id="{F356E399-83ED-4937-A1CC-F591866C0E8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356669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3">
            <a:extLst>
              <a:ext uri="{FF2B5EF4-FFF2-40B4-BE49-F238E27FC236}">
                <a16:creationId xmlns:a16="http://schemas.microsoft.com/office/drawing/2014/main" id="{0967254B-CF1D-4F0D-A7F6-EC4E117B750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01294" y="1522949"/>
            <a:ext cx="2494721" cy="22263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Text Placeholder 39">
            <a:extLst>
              <a:ext uri="{FF2B5EF4-FFF2-40B4-BE49-F238E27FC236}">
                <a16:creationId xmlns:a16="http://schemas.microsoft.com/office/drawing/2014/main" id="{0CEF6C35-6F7B-43AD-9E4D-44C2F8A7DFA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4610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3" name="Text Placeholder 39">
            <a:extLst>
              <a:ext uri="{FF2B5EF4-FFF2-40B4-BE49-F238E27FC236}">
                <a16:creationId xmlns:a16="http://schemas.microsoft.com/office/drawing/2014/main" id="{44EF032C-161A-4C58-B624-66488C255E1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4610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7" name="Text Placeholder 39">
            <a:extLst>
              <a:ext uri="{FF2B5EF4-FFF2-40B4-BE49-F238E27FC236}">
                <a16:creationId xmlns:a16="http://schemas.microsoft.com/office/drawing/2014/main" id="{ACF86334-F4A8-4CCD-944F-524700CD838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549235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38" name="Text Placeholder 39">
            <a:extLst>
              <a:ext uri="{FF2B5EF4-FFF2-40B4-BE49-F238E27FC236}">
                <a16:creationId xmlns:a16="http://schemas.microsoft.com/office/drawing/2014/main" id="{135B4AC9-821C-4D70-8A4A-1992394DE43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49235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D2CF516C-7598-43D3-95E9-5633F8F4469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493859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1" name="Text Placeholder 39">
            <a:extLst>
              <a:ext uri="{FF2B5EF4-FFF2-40B4-BE49-F238E27FC236}">
                <a16:creationId xmlns:a16="http://schemas.microsoft.com/office/drawing/2014/main" id="{12A6084C-5383-4EFC-8D49-33C5B61E649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493859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2" name="Text Placeholder 39">
            <a:extLst>
              <a:ext uri="{FF2B5EF4-FFF2-40B4-BE49-F238E27FC236}">
                <a16:creationId xmlns:a16="http://schemas.microsoft.com/office/drawing/2014/main" id="{EFC5493B-D3CF-41B9-A996-7FBE932504B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438486" y="4123880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  <p:sp>
        <p:nvSpPr>
          <p:cNvPr id="44" name="Text Placeholder 39">
            <a:extLst>
              <a:ext uri="{FF2B5EF4-FFF2-40B4-BE49-F238E27FC236}">
                <a16:creationId xmlns:a16="http://schemas.microsoft.com/office/drawing/2014/main" id="{33A98F60-C169-44C1-9654-2239C9C1F29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9438486" y="4879254"/>
            <a:ext cx="2220341" cy="666781"/>
          </a:xfrm>
        </p:spPr>
        <p:txBody>
          <a:bodyPr anchor="t">
            <a:noAutofit/>
          </a:bodyPr>
          <a:lstStyle>
            <a:lvl1pPr marL="0" indent="0" algn="ctr">
              <a:buNone/>
              <a:defRPr sz="1600" b="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600">
                <a:solidFill>
                  <a:schemeClr val="bg1"/>
                </a:solidFill>
              </a:defRPr>
            </a:lvl2pPr>
            <a:lvl3pPr marL="914400" indent="0">
              <a:buNone/>
              <a:defRPr sz="1400">
                <a:solidFill>
                  <a:schemeClr val="bg1"/>
                </a:solidFill>
              </a:defRPr>
            </a:lvl3pPr>
            <a:lvl4pPr marL="1371600" indent="0">
              <a:buNone/>
              <a:defRPr sz="1200">
                <a:solidFill>
                  <a:schemeClr val="bg1"/>
                </a:solidFill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your text here</a:t>
            </a:r>
          </a:p>
        </p:txBody>
      </p:sp>
    </p:spTree>
    <p:extLst>
      <p:ext uri="{BB962C8B-B14F-4D97-AF65-F5344CB8AC3E}">
        <p14:creationId xmlns:p14="http://schemas.microsoft.com/office/powerpoint/2010/main" val="5653828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900613" y="1233488"/>
            <a:ext cx="699135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928258E-48B5-471F-BC61-B45FB2CA51BA}"/>
              </a:ext>
            </a:extLst>
          </p:cNvPr>
          <p:cNvSpPr/>
          <p:nvPr userDrawn="1"/>
        </p:nvSpPr>
        <p:spPr>
          <a:xfrm>
            <a:off x="371474" y="1233488"/>
            <a:ext cx="4419187" cy="49672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867FAC3-5109-4D5D-8105-FC48313396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46100" y="1450975"/>
            <a:ext cx="4065588" cy="4552950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5967963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115204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52979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71475" y="1233488"/>
            <a:ext cx="7450621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1D1D3DC-359F-47D3-A498-6E5DEF615B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40675" y="1233488"/>
            <a:ext cx="3951288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93002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81415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7" name="Chart Placeholder 3">
            <a:extLst>
              <a:ext uri="{FF2B5EF4-FFF2-40B4-BE49-F238E27FC236}">
                <a16:creationId xmlns:a16="http://schemas.microsoft.com/office/drawing/2014/main" id="{6750280A-6976-42F9-B984-8601DD1972DC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6379473" y="1233488"/>
            <a:ext cx="5512490" cy="4967287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63221D-DF23-4F80-AB42-A74C1B1CB425}"/>
              </a:ext>
            </a:extLst>
          </p:cNvPr>
          <p:cNvCxnSpPr/>
          <p:nvPr userDrawn="1"/>
        </p:nvCxnSpPr>
        <p:spPr>
          <a:xfrm>
            <a:off x="6125817" y="1233488"/>
            <a:ext cx="0" cy="496728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3957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B3C88-F13B-4B5F-920D-B4EFFAA59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8" cy="7588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76336E3A-55EE-4423-B1AA-7489CA988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8900" y="6581978"/>
            <a:ext cx="373062" cy="206104"/>
          </a:xfrm>
        </p:spPr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C61EA57-B8EA-4589-A9DD-E25F300D5AFD}"/>
              </a:ext>
            </a:extLst>
          </p:cNvPr>
          <p:cNvCxnSpPr/>
          <p:nvPr userDrawn="1"/>
        </p:nvCxnSpPr>
        <p:spPr>
          <a:xfrm>
            <a:off x="4790661" y="6917634"/>
            <a:ext cx="191825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56084AEC-DB39-4367-A213-BB2FE4AD38B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510622" y="1362696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9" name="Chart Placeholder 3">
            <a:extLst>
              <a:ext uri="{FF2B5EF4-FFF2-40B4-BE49-F238E27FC236}">
                <a16:creationId xmlns:a16="http://schemas.microsoft.com/office/drawing/2014/main" id="{3CC4F2FB-E360-40E2-BDA5-455EB243C216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00682" y="3781218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6373EAFD-6648-4861-97FB-A3961B86C814}"/>
              </a:ext>
            </a:extLst>
          </p:cNvPr>
          <p:cNvSpPr>
            <a:spLocks noGrp="1"/>
          </p:cNvSpPr>
          <p:nvPr>
            <p:ph type="chart" sz="quarter" idx="15"/>
          </p:nvPr>
        </p:nvSpPr>
        <p:spPr>
          <a:xfrm>
            <a:off x="6208643" y="1367561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  <p:sp>
        <p:nvSpPr>
          <p:cNvPr id="11" name="Chart Placeholder 3">
            <a:extLst>
              <a:ext uri="{FF2B5EF4-FFF2-40B4-BE49-F238E27FC236}">
                <a16:creationId xmlns:a16="http://schemas.microsoft.com/office/drawing/2014/main" id="{CF0E102C-57E1-46ED-BE41-21C356F42BAD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6198703" y="3786083"/>
            <a:ext cx="5552246" cy="22948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chart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844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07FB0-0FB2-41FD-B334-74C7B05B8CE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2D02598E-521E-41CD-B068-134834CFF4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7999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8B51C6-9166-4F67-995A-396809E6533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727201" y="2337595"/>
            <a:ext cx="8737600" cy="2182811"/>
          </a:xfrm>
        </p:spPr>
        <p:txBody>
          <a:bodyPr anchor="ctr">
            <a:normAutofit/>
          </a:bodyPr>
          <a:lstStyle>
            <a:lvl1pPr algn="ctr">
              <a:defRPr sz="115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753809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C3DD3-9184-4434-93FC-DDB3E5B53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02458-F7EC-4A75-A897-E73CF8028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D31584-D229-4F6C-BA8E-36782FDA8D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2B7AE8-665C-4FF6-B292-B525984D9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1890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2ACFC-0D65-4857-AAEE-904747F38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594C5E-E06C-488C-AC82-331C53B94F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EC8C27-FA57-408C-8D6B-844D81BC8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68A18F-96D4-4F1F-BF6B-EDFACBF8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3416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060ACE-E228-45FD-83E3-FF4D1CCF7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758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AF9FF-2A4E-41E6-956B-69BC625CC9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71474" y="1233488"/>
            <a:ext cx="11520487" cy="49434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EE1F87C-C7F2-4F14-86B1-854B7B0C580E}"/>
              </a:ext>
            </a:extLst>
          </p:cNvPr>
          <p:cNvSpPr/>
          <p:nvPr userDrawn="1"/>
        </p:nvSpPr>
        <p:spPr>
          <a:xfrm>
            <a:off x="11229975" y="6512060"/>
            <a:ext cx="962025" cy="3459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FD9470-E137-41DF-A5CA-C7B4B9856E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8900" y="6581978"/>
            <a:ext cx="373062" cy="2061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03DC2DEF-D2FE-4B45-ABA4-9F153FD1C98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AB12CC-D752-4664-B92F-BAEFF0416B7E}"/>
              </a:ext>
            </a:extLst>
          </p:cNvPr>
          <p:cNvSpPr/>
          <p:nvPr userDrawn="1"/>
        </p:nvSpPr>
        <p:spPr>
          <a:xfrm>
            <a:off x="0" y="260350"/>
            <a:ext cx="300037" cy="755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8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50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51" r:id="rId13"/>
    <p:sldLayoutId id="2147483670" r:id="rId14"/>
    <p:sldLayoutId id="2147483671" r:id="rId15"/>
    <p:sldLayoutId id="2147483672" r:id="rId16"/>
    <p:sldLayoutId id="2147483673" r:id="rId17"/>
    <p:sldLayoutId id="2147483652" r:id="rId18"/>
    <p:sldLayoutId id="2147483674" r:id="rId19"/>
    <p:sldLayoutId id="2147483675" r:id="rId20"/>
    <p:sldLayoutId id="2147483676" r:id="rId21"/>
    <p:sldLayoutId id="2147483677" r:id="rId22"/>
    <p:sldLayoutId id="2147483655" r:id="rId23"/>
    <p:sldLayoutId id="2147483678" r:id="rId24"/>
    <p:sldLayoutId id="2147483679" r:id="rId25"/>
    <p:sldLayoutId id="2147483680" r:id="rId26"/>
    <p:sldLayoutId id="2147483681" r:id="rId27"/>
    <p:sldLayoutId id="2147483653" r:id="rId28"/>
    <p:sldLayoutId id="2147483682" r:id="rId29"/>
    <p:sldLayoutId id="2147483683" r:id="rId30"/>
    <p:sldLayoutId id="2147483684" r:id="rId31"/>
    <p:sldLayoutId id="2147483685" r:id="rId32"/>
    <p:sldLayoutId id="2147483654" r:id="rId33"/>
    <p:sldLayoutId id="2147483686" r:id="rId34"/>
    <p:sldLayoutId id="2147483687" r:id="rId35"/>
    <p:sldLayoutId id="2147483689" r:id="rId36"/>
    <p:sldLayoutId id="2147483688" r:id="rId37"/>
    <p:sldLayoutId id="2147483690" r:id="rId38"/>
    <p:sldLayoutId id="2147483691" r:id="rId39"/>
    <p:sldLayoutId id="2147483692" r:id="rId40"/>
    <p:sldLayoutId id="2147483693" r:id="rId41"/>
    <p:sldLayoutId id="2147483694" r:id="rId42"/>
    <p:sldLayoutId id="2147483695" r:id="rId43"/>
    <p:sldLayoutId id="2147483696" r:id="rId44"/>
    <p:sldLayoutId id="2147483697" r:id="rId45"/>
    <p:sldLayoutId id="2147483698" r:id="rId46"/>
    <p:sldLayoutId id="2147483699" r:id="rId47"/>
    <p:sldLayoutId id="2147483700" r:id="rId48"/>
    <p:sldLayoutId id="2147483701" r:id="rId49"/>
    <p:sldLayoutId id="2147483702" r:id="rId50"/>
    <p:sldLayoutId id="2147483656" r:id="rId51"/>
    <p:sldLayoutId id="2147483657" r:id="rId5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" userDrawn="1">
          <p15:clr>
            <a:srgbClr val="F26B43"/>
          </p15:clr>
        </p15:guide>
        <p15:guide id="2" pos="234" userDrawn="1">
          <p15:clr>
            <a:srgbClr val="F26B43"/>
          </p15:clr>
        </p15:guide>
        <p15:guide id="3" orient="horz" pos="4133" userDrawn="1">
          <p15:clr>
            <a:srgbClr val="F26B43"/>
          </p15:clr>
        </p15:guide>
        <p15:guide id="4" pos="7491" userDrawn="1">
          <p15:clr>
            <a:srgbClr val="F26B43"/>
          </p15:clr>
        </p15:guide>
        <p15:guide id="5" orient="horz" pos="640" userDrawn="1">
          <p15:clr>
            <a:srgbClr val="F26B43"/>
          </p15:clr>
        </p15:guide>
        <p15:guide id="6" orient="horz" pos="777" userDrawn="1">
          <p15:clr>
            <a:srgbClr val="F26B43"/>
          </p15:clr>
        </p15:guide>
        <p15:guide id="7" orient="horz" pos="4020" userDrawn="1">
          <p15:clr>
            <a:srgbClr val="F26B43"/>
          </p15:clr>
        </p15:guide>
        <p15:guide id="8" orient="horz" pos="390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url?q=https%3A%2F%2Fgncipl.com%2F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5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1.png"/><Relationship Id="rId7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8.xml"/><Relationship Id="rId6" Type="http://schemas.openxmlformats.org/officeDocument/2006/relationships/image" Target="../media/image1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251CEBEB-5088-4E63-81A4-0DCEB5B45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D71C9CD-CAE8-4AC8-936D-333769D4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9549" y="1355866"/>
            <a:ext cx="4754998" cy="2977869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2"/>
                </a:solidFill>
              </a:rPr>
              <a:t>Hospital Resource Utilization </a:t>
            </a:r>
            <a:br>
              <a:rPr lang="en-IN" dirty="0"/>
            </a:br>
            <a:r>
              <a:rPr lang="en-IN" sz="1800" dirty="0"/>
              <a:t>Analysis Using AI &amp; Machine Learning</a:t>
            </a:r>
            <a:br>
              <a:rPr lang="en-IN" sz="1800" dirty="0"/>
            </a:br>
            <a:r>
              <a:rPr lang="en-IN" sz="1800" dirty="0"/>
              <a:t>Domain: Healthcare Analytics</a:t>
            </a:r>
            <a:br>
              <a:rPr lang="en-IN" dirty="0"/>
            </a:br>
            <a:r>
              <a:rPr lang="en-US" dirty="0"/>
              <a:t> 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6D24F99-E026-485A-96CD-AEC9813726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1228" y="6050584"/>
            <a:ext cx="1987312" cy="684548"/>
          </a:xfrm>
        </p:spPr>
        <p:txBody>
          <a:bodyPr/>
          <a:lstStyle/>
          <a:p>
            <a:r>
              <a:rPr lang="en-IN" b="1" dirty="0"/>
              <a:t>Prepared By:</a:t>
            </a:r>
            <a:br>
              <a:rPr lang="en-IN" dirty="0"/>
            </a:br>
            <a:r>
              <a:rPr lang="en-IN" sz="1800" u="sng" dirty="0"/>
              <a:t>Simran Bhadouria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A028EF-6AD4-EC27-E0D5-258BED9E4857}"/>
              </a:ext>
            </a:extLst>
          </p:cNvPr>
          <p:cNvSpPr txBox="1"/>
          <p:nvPr/>
        </p:nvSpPr>
        <p:spPr>
          <a:xfrm>
            <a:off x="6605588" y="4089625"/>
            <a:ext cx="481476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b="1" dirty="0">
              <a:solidFill>
                <a:schemeClr val="bg1"/>
              </a:solidFill>
            </a:endParaRPr>
          </a:p>
          <a:p>
            <a:endParaRPr lang="en-IN" b="1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Leader in Consulting</a:t>
            </a:r>
          </a:p>
          <a:p>
            <a:r>
              <a:rPr lang="en-IN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https://gncipl.com/</a:t>
            </a:r>
            <a:endParaRPr lang="en-IN" dirty="0">
              <a:solidFill>
                <a:schemeClr val="bg1"/>
              </a:solidFill>
            </a:endParaRPr>
          </a:p>
          <a:p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88E566-D55E-9CA9-9682-5A9484E6DE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9233" y="4013199"/>
            <a:ext cx="1865327" cy="67100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A23DEC-FB89-4F08-05CA-8F2259286B93}"/>
              </a:ext>
            </a:extLst>
          </p:cNvPr>
          <p:cNvSpPr txBox="1"/>
          <p:nvPr/>
        </p:nvSpPr>
        <p:spPr>
          <a:xfrm>
            <a:off x="7219549" y="350503"/>
            <a:ext cx="20116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Project Title</a:t>
            </a:r>
          </a:p>
        </p:txBody>
      </p:sp>
    </p:spTree>
    <p:extLst>
      <p:ext uri="{BB962C8B-B14F-4D97-AF65-F5344CB8AC3E}">
        <p14:creationId xmlns:p14="http://schemas.microsoft.com/office/powerpoint/2010/main" val="14954965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253D32-8B7B-47D0-BB63-402C3DB9B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4160" y="1493247"/>
            <a:ext cx="5272764" cy="1200329"/>
          </a:xfrm>
        </p:spPr>
        <p:txBody>
          <a:bodyPr/>
          <a:lstStyle/>
          <a:p>
            <a:r>
              <a:rPr lang="en-IN" sz="3200" u="sng" dirty="0"/>
              <a:t>Introduction</a:t>
            </a:r>
            <a:br>
              <a:rPr lang="en-IN" sz="3200" dirty="0"/>
            </a:br>
            <a:endParaRPr lang="en-US" sz="32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D6EB617-E017-4B26-9576-8578E9489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442" y="2484457"/>
            <a:ext cx="7053557" cy="4303625"/>
          </a:xfrm>
        </p:spPr>
        <p:txBody>
          <a:bodyPr>
            <a:normAutofit/>
          </a:bodyPr>
          <a:lstStyle/>
          <a:p>
            <a:r>
              <a:rPr lang="en-IN" dirty="0"/>
              <a:t>Healthcare organizations must efficiently manage resources such as hospital beds, medical staff, and treatment facilities.</a:t>
            </a:r>
          </a:p>
          <a:p>
            <a:r>
              <a:rPr lang="en-IN" dirty="0"/>
              <a:t>This project </a:t>
            </a:r>
            <a:r>
              <a:rPr lang="en-IN" dirty="0" err="1"/>
              <a:t>analyzes</a:t>
            </a:r>
            <a:r>
              <a:rPr lang="en-IN" dirty="0"/>
              <a:t> hospital resource utilization to identify:</a:t>
            </a:r>
          </a:p>
          <a:p>
            <a:r>
              <a:rPr lang="en-IN" dirty="0"/>
              <a:t>Bed occupancy patterns </a:t>
            </a:r>
          </a:p>
          <a:p>
            <a:r>
              <a:rPr lang="en-IN" dirty="0"/>
              <a:t>Staff allocation efficiency </a:t>
            </a:r>
          </a:p>
          <a:p>
            <a:r>
              <a:rPr lang="en-IN" dirty="0"/>
              <a:t>Patient admission trends </a:t>
            </a:r>
          </a:p>
          <a:p>
            <a:r>
              <a:rPr lang="en-IN" dirty="0"/>
              <a:t>Resource bottlenecks </a:t>
            </a:r>
          </a:p>
          <a:p>
            <a:r>
              <a:rPr lang="en-IN" dirty="0"/>
              <a:t>Abnormal utilization patterns </a:t>
            </a:r>
          </a:p>
          <a:p>
            <a:r>
              <a:rPr lang="en-IN" dirty="0"/>
              <a:t>Machine Learning techniques are applied to improve hospital planning and operational efficiency.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C183CA-19AD-485E-AEC5-FC032D453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2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EF0F7E-0E22-0D71-54EE-647CE0BFCCA3}"/>
              </a:ext>
            </a:extLst>
          </p:cNvPr>
          <p:cNvSpPr txBox="1"/>
          <p:nvPr/>
        </p:nvSpPr>
        <p:spPr>
          <a:xfrm>
            <a:off x="2840304" y="292918"/>
            <a:ext cx="38706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u="sng" dirty="0"/>
              <a:t>Project Overview</a:t>
            </a:r>
            <a:r>
              <a:rPr lang="en-IN" sz="3600" b="1" dirty="0">
                <a:solidFill>
                  <a:schemeClr val="bg1"/>
                </a:solidFill>
              </a:rPr>
              <a:t>    </a:t>
            </a:r>
          </a:p>
          <a:p>
            <a:pPr algn="ctr"/>
            <a:endParaRPr lang="en-IN" sz="3600" b="1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59A7A9-79C1-6F17-467A-069ACB9014B4}"/>
              </a:ext>
            </a:extLst>
          </p:cNvPr>
          <p:cNvSpPr txBox="1"/>
          <p:nvPr/>
        </p:nvSpPr>
        <p:spPr>
          <a:xfrm>
            <a:off x="180992" y="2192611"/>
            <a:ext cx="420624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</a:rPr>
              <a:t>Tools Used:</a:t>
            </a: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Python </a:t>
            </a:r>
          </a:p>
          <a:p>
            <a:r>
              <a:rPr lang="en-IN" sz="2800" dirty="0">
                <a:solidFill>
                  <a:schemeClr val="bg1"/>
                </a:solidFill>
              </a:rPr>
              <a:t>Pandas </a:t>
            </a:r>
          </a:p>
          <a:p>
            <a:r>
              <a:rPr lang="en-IN" sz="2800" dirty="0">
                <a:solidFill>
                  <a:schemeClr val="bg1"/>
                </a:solidFill>
              </a:rPr>
              <a:t>NumPy </a:t>
            </a:r>
          </a:p>
          <a:p>
            <a:r>
              <a:rPr lang="en-IN" sz="2800" dirty="0">
                <a:solidFill>
                  <a:schemeClr val="bg1"/>
                </a:solidFill>
              </a:rPr>
              <a:t>Matplotlib </a:t>
            </a:r>
          </a:p>
          <a:p>
            <a:r>
              <a:rPr lang="en-IN" sz="2800" dirty="0">
                <a:solidFill>
                  <a:schemeClr val="bg1"/>
                </a:solidFill>
              </a:rPr>
              <a:t>Seaborn </a:t>
            </a:r>
          </a:p>
          <a:p>
            <a:r>
              <a:rPr lang="en-IN" sz="2800" dirty="0">
                <a:solidFill>
                  <a:schemeClr val="bg1"/>
                </a:solidFill>
              </a:rPr>
              <a:t>Scikit-Learn </a:t>
            </a:r>
            <a:endParaRPr lang="en-IN" sz="2800" b="1" dirty="0"/>
          </a:p>
          <a:p>
            <a:r>
              <a:rPr lang="en-IN" sz="2800" dirty="0">
                <a:solidFill>
                  <a:schemeClr val="bg2"/>
                </a:solidFill>
              </a:rPr>
              <a:t>Used for Machine Learning</a:t>
            </a: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Power BI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0311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F3494C0-ABDD-4C4D-8C46-49B8F20CC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8276" y="886172"/>
            <a:ext cx="10439400" cy="1175444"/>
          </a:xfrm>
        </p:spPr>
        <p:txBody>
          <a:bodyPr>
            <a:normAutofit/>
          </a:bodyPr>
          <a:lstStyle/>
          <a:p>
            <a:r>
              <a:rPr lang="en-IN" sz="4400" u="sng" dirty="0">
                <a:solidFill>
                  <a:schemeClr val="tx1"/>
                </a:solidFill>
              </a:rPr>
              <a:t>Business Problem</a:t>
            </a:r>
            <a:endParaRPr lang="en-US" sz="4400" u="sng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D622C3-EE4F-4FB9-94FB-55056352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3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1F5083-2DEC-FD98-700A-550757DB4693}"/>
              </a:ext>
            </a:extLst>
          </p:cNvPr>
          <p:cNvSpPr txBox="1"/>
          <p:nvPr/>
        </p:nvSpPr>
        <p:spPr>
          <a:xfrm>
            <a:off x="429553" y="2905760"/>
            <a:ext cx="10439400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Problem Statement</a:t>
            </a:r>
          </a:p>
          <a:p>
            <a:endParaRPr lang="en-IN" dirty="0"/>
          </a:p>
          <a:p>
            <a:r>
              <a:rPr lang="en-IN" b="1" dirty="0"/>
              <a:t>Hospitals often face challenges such as: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Overcrowded wards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Staff shortages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High patient admission rates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Uneven resource allocation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/>
              <a:t>Reduced patient satisfaction </a:t>
            </a:r>
          </a:p>
          <a:p>
            <a:endParaRPr lang="en-IN" dirty="0"/>
          </a:p>
          <a:p>
            <a:r>
              <a:rPr lang="en-IN" dirty="0"/>
              <a:t>The objective is to </a:t>
            </a:r>
            <a:r>
              <a:rPr lang="en-IN" dirty="0" err="1"/>
              <a:t>analyze</a:t>
            </a:r>
            <a:r>
              <a:rPr lang="en-IN" dirty="0"/>
              <a:t> hospital operations and provide data-driven recommendations for resource optimization.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2884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EF48F30-BEB4-44C7-9F35-3BBB61CF8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>
                <a:solidFill>
                  <a:schemeClr val="tx1"/>
                </a:solidFill>
              </a:rPr>
              <a:t>Dataset Information</a:t>
            </a:r>
            <a:endParaRPr lang="en-US" u="sng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E60433D-E380-4571-991C-16B6CE7A4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4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241C871-580D-4A29-A334-0208A8E479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687" y="3442441"/>
            <a:ext cx="5630165" cy="518457"/>
          </a:xfrm>
        </p:spPr>
        <p:txBody>
          <a:bodyPr/>
          <a:lstStyle/>
          <a:p>
            <a:r>
              <a:rPr lang="en-IN" u="sng" dirty="0"/>
              <a:t>Features</a:t>
            </a:r>
          </a:p>
          <a:p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097C6D9-3930-4866-9E88-F176488800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61797" y="3892270"/>
            <a:ext cx="5630165" cy="2689708"/>
          </a:xfrm>
        </p:spPr>
        <p:txBody>
          <a:bodyPr>
            <a:normAutofit fontScale="92500" lnSpcReduction="10000"/>
          </a:bodyPr>
          <a:lstStyle/>
          <a:p>
            <a:r>
              <a:rPr lang="en-IN" dirty="0"/>
              <a:t>Week </a:t>
            </a:r>
          </a:p>
          <a:p>
            <a:r>
              <a:rPr lang="en-IN" dirty="0"/>
              <a:t>Service Department </a:t>
            </a:r>
          </a:p>
          <a:p>
            <a:r>
              <a:rPr lang="en-IN" dirty="0"/>
              <a:t>Patients Admitted </a:t>
            </a:r>
          </a:p>
          <a:p>
            <a:r>
              <a:rPr lang="en-IN" dirty="0"/>
              <a:t>Average Length of Stay </a:t>
            </a:r>
          </a:p>
          <a:p>
            <a:r>
              <a:rPr lang="en-IN" dirty="0"/>
              <a:t>Patient Satisfaction Score </a:t>
            </a:r>
          </a:p>
          <a:p>
            <a:r>
              <a:rPr lang="en-IN" dirty="0"/>
              <a:t>Maximum Occupancy </a:t>
            </a:r>
          </a:p>
          <a:p>
            <a:r>
              <a:rPr lang="en-IN" dirty="0"/>
              <a:t>Staff Count </a:t>
            </a:r>
          </a:p>
          <a:p>
            <a:r>
              <a:rPr lang="en-IN" dirty="0"/>
              <a:t>Recommended Staff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1B8DC8C-1FD7-4773-B07E-7E4432766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2003" y="3551002"/>
            <a:ext cx="5630165" cy="850068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Dataset Details</a:t>
            </a:r>
          </a:p>
          <a:p>
            <a:r>
              <a:rPr lang="en-IN" sz="1700" b="0" dirty="0"/>
              <a:t>Source: Kaggle / Hospital Resource Utilization Dataset</a:t>
            </a:r>
          </a:p>
          <a:p>
            <a:r>
              <a:rPr lang="en-IN" sz="1800" b="0" dirty="0"/>
              <a:t>Total Records: 208</a:t>
            </a:r>
            <a:endParaRPr lang="en-IN" sz="1700" b="0" dirty="0"/>
          </a:p>
          <a:p>
            <a:endParaRPr lang="en-US" dirty="0"/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B253683-524F-46CF-BFCD-BFF6A7A92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8254" y="4482988"/>
            <a:ext cx="5582064" cy="23750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u="sng" dirty="0"/>
              <a:t>Departments</a:t>
            </a:r>
          </a:p>
          <a:p>
            <a:r>
              <a:rPr lang="en-IN" dirty="0"/>
              <a:t>ICU </a:t>
            </a:r>
          </a:p>
          <a:p>
            <a:r>
              <a:rPr lang="en-IN" dirty="0"/>
              <a:t>Emergency </a:t>
            </a:r>
          </a:p>
          <a:p>
            <a:r>
              <a:rPr lang="en-IN" dirty="0"/>
              <a:t>Surgery </a:t>
            </a:r>
          </a:p>
          <a:p>
            <a:r>
              <a:rPr lang="en-IN" dirty="0"/>
              <a:t>General Medicine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5F8A7026-784F-A013-EE33-25B5AAC7BF0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2238" b="12238"/>
          <a:stretch>
            <a:fillRect/>
          </a:stretch>
        </p:blipFill>
        <p:spPr>
          <a:xfrm>
            <a:off x="88254" y="1264436"/>
            <a:ext cx="5582064" cy="192956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AE573416-E603-610C-4761-4E7E232641B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l="8670" r="1844"/>
          <a:stretch>
            <a:fillRect/>
          </a:stretch>
        </p:blipFill>
        <p:spPr>
          <a:xfrm>
            <a:off x="6396556" y="1264436"/>
            <a:ext cx="4976261" cy="106840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53E3458-496E-AE5C-BC9C-6DD23BABA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1684" y="2055176"/>
            <a:ext cx="4759124" cy="11811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5496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51932C-7145-4FBD-B81D-9ADC42401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Project Workflow</a:t>
            </a:r>
            <a:endParaRPr lang="en-US" u="sn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DA7B46-E592-40C7-91D7-A26B47A30C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u="sng" dirty="0"/>
              <a:t>Project Methodology</a:t>
            </a:r>
          </a:p>
          <a:p>
            <a:r>
              <a:rPr lang="en-IN" dirty="0"/>
              <a:t>Data Collection </a:t>
            </a:r>
          </a:p>
          <a:p>
            <a:r>
              <a:rPr lang="en-IN" dirty="0"/>
              <a:t>Data Cleaning </a:t>
            </a:r>
          </a:p>
          <a:p>
            <a:r>
              <a:rPr lang="en-IN" dirty="0"/>
              <a:t>Exploratory Data Analysis </a:t>
            </a:r>
          </a:p>
          <a:p>
            <a:r>
              <a:rPr lang="en-IN" dirty="0"/>
              <a:t>Feature Engineering </a:t>
            </a:r>
          </a:p>
          <a:p>
            <a:r>
              <a:rPr lang="en-IN" dirty="0"/>
              <a:t>Outlier Detection </a:t>
            </a:r>
          </a:p>
          <a:p>
            <a:r>
              <a:rPr lang="en-IN" dirty="0"/>
              <a:t>Anomaly Detection </a:t>
            </a:r>
          </a:p>
          <a:p>
            <a:r>
              <a:rPr lang="en-IN" dirty="0"/>
              <a:t>PCA Analysis </a:t>
            </a:r>
          </a:p>
          <a:p>
            <a:r>
              <a:rPr lang="en-IN" dirty="0"/>
              <a:t>K-Means Clustering </a:t>
            </a:r>
          </a:p>
          <a:p>
            <a:r>
              <a:rPr lang="en-IN" dirty="0"/>
              <a:t>Machine Learning </a:t>
            </a:r>
            <a:r>
              <a:rPr lang="en-IN" dirty="0" err="1"/>
              <a:t>Modeling</a:t>
            </a:r>
            <a:r>
              <a:rPr lang="en-IN" dirty="0"/>
              <a:t> </a:t>
            </a:r>
          </a:p>
          <a:p>
            <a:r>
              <a:rPr lang="en-IN" dirty="0"/>
              <a:t>Business Insights &amp; Recommendations</a:t>
            </a:r>
          </a:p>
        </p:txBody>
      </p:sp>
      <p:sp>
        <p:nvSpPr>
          <p:cNvPr id="7" name="Content Placeholder 6" descr="Dataset &#10;Cleaning &#10; EDA  &#10;Feature Engineering &#10;PCA  &#10;Clustering &#10;ML Model &#10;Insights&#10;">
            <a:extLst>
              <a:ext uri="{FF2B5EF4-FFF2-40B4-BE49-F238E27FC236}">
                <a16:creationId xmlns:a16="http://schemas.microsoft.com/office/drawing/2014/main" id="{A7F42263-DE86-44BB-AC19-CD7982D36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40110" y="1448475"/>
            <a:ext cx="3370864" cy="4774300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lnSpc>
                <a:spcPct val="200000"/>
              </a:lnSpc>
              <a:buNone/>
            </a:pPr>
            <a:r>
              <a:rPr lang="en-IN" sz="1900" b="1" u="sng" dirty="0">
                <a:solidFill>
                  <a:schemeClr val="bg2"/>
                </a:solidFill>
              </a:rPr>
              <a:t>Dataset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900" b="1" u="sng" dirty="0">
                <a:solidFill>
                  <a:schemeClr val="bg2"/>
                </a:solidFill>
              </a:rPr>
              <a:t>Cleaning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900" b="1" u="sng" dirty="0">
                <a:solidFill>
                  <a:schemeClr val="bg2"/>
                </a:solidFill>
              </a:rPr>
              <a:t> EDA 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900" b="1" u="sng" dirty="0">
                <a:solidFill>
                  <a:schemeClr val="bg2"/>
                </a:solidFill>
              </a:rPr>
              <a:t>Feature Engineering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900" b="1" u="sng" dirty="0">
                <a:solidFill>
                  <a:schemeClr val="bg2"/>
                </a:solidFill>
              </a:rPr>
              <a:t>PCA 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900" b="1" u="sng" dirty="0">
                <a:solidFill>
                  <a:schemeClr val="bg2"/>
                </a:solidFill>
              </a:rPr>
              <a:t>Clustering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900" b="1" u="sng" dirty="0">
                <a:solidFill>
                  <a:schemeClr val="bg2"/>
                </a:solidFill>
              </a:rPr>
              <a:t>ML Model </a:t>
            </a:r>
          </a:p>
          <a:p>
            <a:pPr marL="0" indent="0" algn="ctr">
              <a:lnSpc>
                <a:spcPct val="200000"/>
              </a:lnSpc>
              <a:buNone/>
            </a:pPr>
            <a:r>
              <a:rPr lang="en-IN" sz="1900" b="1" u="sng" dirty="0">
                <a:solidFill>
                  <a:schemeClr val="bg2"/>
                </a:solidFill>
              </a:rPr>
              <a:t>Insights</a:t>
            </a:r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4AF259-0EA0-486A-A345-68549DF55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5</a:t>
            </a:fld>
            <a:endParaRPr 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3D4AD74-FDF3-CF96-C13B-D8E6D2195F0B}"/>
              </a:ext>
            </a:extLst>
          </p:cNvPr>
          <p:cNvCxnSpPr>
            <a:cxnSpLocks/>
          </p:cNvCxnSpPr>
          <p:nvPr/>
        </p:nvCxnSpPr>
        <p:spPr>
          <a:xfrm>
            <a:off x="9924880" y="1933998"/>
            <a:ext cx="0" cy="242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062831D-A9CB-A7A0-136B-E3DE137D41DE}"/>
              </a:ext>
            </a:extLst>
          </p:cNvPr>
          <p:cNvCxnSpPr/>
          <p:nvPr/>
        </p:nvCxnSpPr>
        <p:spPr>
          <a:xfrm>
            <a:off x="9911394" y="2507183"/>
            <a:ext cx="0" cy="242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9319D53-2147-A01F-B22A-48925BB324FD}"/>
              </a:ext>
            </a:extLst>
          </p:cNvPr>
          <p:cNvCxnSpPr/>
          <p:nvPr/>
        </p:nvCxnSpPr>
        <p:spPr>
          <a:xfrm>
            <a:off x="9911394" y="3080370"/>
            <a:ext cx="0" cy="242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90498F7-5BA7-3401-AD76-E2C16DD4D171}"/>
              </a:ext>
            </a:extLst>
          </p:cNvPr>
          <p:cNvCxnSpPr/>
          <p:nvPr/>
        </p:nvCxnSpPr>
        <p:spPr>
          <a:xfrm>
            <a:off x="9911394" y="3669740"/>
            <a:ext cx="0" cy="242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3825D4A-2F44-DE4B-EE2D-2390500845A0}"/>
              </a:ext>
            </a:extLst>
          </p:cNvPr>
          <p:cNvCxnSpPr/>
          <p:nvPr/>
        </p:nvCxnSpPr>
        <p:spPr>
          <a:xfrm>
            <a:off x="9924880" y="4275295"/>
            <a:ext cx="0" cy="242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E45BBFB5-DD17-3E4B-55B3-102DF8741EDA}"/>
              </a:ext>
            </a:extLst>
          </p:cNvPr>
          <p:cNvCxnSpPr>
            <a:cxnSpLocks/>
          </p:cNvCxnSpPr>
          <p:nvPr/>
        </p:nvCxnSpPr>
        <p:spPr>
          <a:xfrm>
            <a:off x="9945109" y="4855222"/>
            <a:ext cx="0" cy="28457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0591212-7D0E-A9F8-4437-4AD0A71FC029}"/>
              </a:ext>
            </a:extLst>
          </p:cNvPr>
          <p:cNvCxnSpPr/>
          <p:nvPr/>
        </p:nvCxnSpPr>
        <p:spPr>
          <a:xfrm>
            <a:off x="9911394" y="5495844"/>
            <a:ext cx="0" cy="24276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4AF554D-E356-E526-40EC-6DBAEAD14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891" y="1520024"/>
            <a:ext cx="4123300" cy="156034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168392E4-E48A-AF49-EF4D-14BE3F375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1891" y="2966951"/>
            <a:ext cx="4123300" cy="59693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DCD2F66D-D497-86FD-E22C-4ACEF329A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695" y="3429232"/>
            <a:ext cx="2663905" cy="101742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1725C0EE-54EB-A3C9-ED33-D449C4429D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1890" y="4446657"/>
            <a:ext cx="4187453" cy="136700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42389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>
            <a:extLst>
              <a:ext uri="{FF2B5EF4-FFF2-40B4-BE49-F238E27FC236}">
                <a16:creationId xmlns:a16="http://schemas.microsoft.com/office/drawing/2014/main" id="{18B7855D-2DE6-49A4-BA98-97404403C6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C06C24C-2AF5-14F3-1CCB-406FB6877FB5}"/>
              </a:ext>
            </a:extLst>
          </p:cNvPr>
          <p:cNvSpPr txBox="1"/>
          <p:nvPr/>
        </p:nvSpPr>
        <p:spPr>
          <a:xfrm>
            <a:off x="2555418" y="260350"/>
            <a:ext cx="678112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b="1" u="sng" dirty="0">
                <a:solidFill>
                  <a:schemeClr val="accent6">
                    <a:lumMod val="75000"/>
                  </a:schemeClr>
                </a:solidFill>
              </a:rPr>
              <a:t>Data Cleaning &amp; Feature Engineering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87CBA8-608C-8A55-B90F-811B5116D3AD}"/>
              </a:ext>
            </a:extLst>
          </p:cNvPr>
          <p:cNvSpPr txBox="1"/>
          <p:nvPr/>
        </p:nvSpPr>
        <p:spPr>
          <a:xfrm>
            <a:off x="154781" y="1825345"/>
            <a:ext cx="11582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u="sng" dirty="0">
                <a:solidFill>
                  <a:schemeClr val="bg1"/>
                </a:solidFill>
              </a:rPr>
              <a:t>Data Preprocessing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Data Cleaning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Removed duplicate records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Handled missing values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Validated data consistency </a:t>
            </a:r>
          </a:p>
          <a:p>
            <a:endParaRPr lang="en-IN" sz="2400" b="1" u="sng" dirty="0">
              <a:solidFill>
                <a:schemeClr val="bg1"/>
              </a:solidFill>
            </a:endParaRPr>
          </a:p>
          <a:p>
            <a:r>
              <a:rPr lang="en-IN" sz="2400" b="1" u="sng" dirty="0">
                <a:solidFill>
                  <a:schemeClr val="bg1"/>
                </a:solidFill>
              </a:rPr>
              <a:t>Feature Engineering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Created: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Staff Utilization Ratio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Occupancy Rate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b="1" dirty="0">
                <a:solidFill>
                  <a:schemeClr val="bg1"/>
                </a:solidFill>
              </a:rPr>
              <a:t>Resource Efficiency Metrics </a:t>
            </a:r>
          </a:p>
          <a:p>
            <a:r>
              <a:rPr lang="en-IN" sz="2400" b="1" dirty="0">
                <a:solidFill>
                  <a:schemeClr val="bg1"/>
                </a:solidFill>
              </a:rPr>
              <a:t>These new features helped improve analysis and machine learning performance.</a:t>
            </a:r>
          </a:p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C4269-0F64-B34B-C5B2-92E22776D0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4908" y="3546499"/>
            <a:ext cx="7165958" cy="17145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B562B9-94CA-C761-2451-90349852F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811" y="2126694"/>
            <a:ext cx="7037055" cy="171458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60703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2C00B059-8249-401E-BECD-DC838B36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Exploratory Data Analysis (EDA)</a:t>
            </a:r>
            <a:endParaRPr lang="en-US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1E71C2-3FC1-41C1-8255-33A1AC802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7</a:t>
            </a:fld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D42596E-DB09-43F7-A053-18CEB2DDE6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1233488"/>
            <a:ext cx="4419010" cy="496728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N" b="1" u="sng" dirty="0"/>
              <a:t>Distribution Analysis</a:t>
            </a:r>
          </a:p>
          <a:p>
            <a:r>
              <a:rPr lang="en-IN" dirty="0"/>
              <a:t>Histogram </a:t>
            </a:r>
          </a:p>
          <a:p>
            <a:r>
              <a:rPr lang="en-IN" dirty="0"/>
              <a:t>KDE Plot </a:t>
            </a:r>
          </a:p>
          <a:p>
            <a:pPr marL="0" indent="0">
              <a:buNone/>
            </a:pPr>
            <a:r>
              <a:rPr lang="en-IN" b="1" u="sng" dirty="0"/>
              <a:t>Comparative Analysis</a:t>
            </a:r>
          </a:p>
          <a:p>
            <a:r>
              <a:rPr lang="en-IN" dirty="0"/>
              <a:t>Department-wise Admissions </a:t>
            </a:r>
          </a:p>
          <a:p>
            <a:r>
              <a:rPr lang="en-IN" dirty="0"/>
              <a:t>Occupancy Analysis </a:t>
            </a:r>
          </a:p>
          <a:p>
            <a:pPr marL="0" indent="0">
              <a:buNone/>
            </a:pPr>
            <a:r>
              <a:rPr lang="en-IN" b="1" u="sng" dirty="0"/>
              <a:t>Correlation Analysis</a:t>
            </a:r>
          </a:p>
          <a:p>
            <a:r>
              <a:rPr lang="en-IN" dirty="0"/>
              <a:t>Correlation Matrix </a:t>
            </a:r>
          </a:p>
          <a:p>
            <a:r>
              <a:rPr lang="en-IN" dirty="0"/>
              <a:t>Heatmap Visualization </a:t>
            </a:r>
          </a:p>
          <a:p>
            <a:pPr marL="0" indent="0">
              <a:buNone/>
            </a:pPr>
            <a:r>
              <a:rPr lang="en-IN" b="1" u="sng" dirty="0"/>
              <a:t>Time-Series Analysis</a:t>
            </a:r>
          </a:p>
          <a:p>
            <a:r>
              <a:rPr lang="en-IN" dirty="0"/>
              <a:t>Weekly Admission Trends </a:t>
            </a:r>
          </a:p>
          <a:p>
            <a:r>
              <a:rPr lang="en-IN" dirty="0"/>
              <a:t>Resource Demand Patterns</a:t>
            </a:r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7B520E4-1F90-E24B-E8A8-F8F829D4F8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244" y="1233488"/>
            <a:ext cx="2475215" cy="2192236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BE88141-2071-1304-FE29-F083D6B2C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7865" y="1233488"/>
            <a:ext cx="2917566" cy="219878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E6A046A-5A1F-B57B-E0B5-9B118FCD2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7244" y="3717131"/>
            <a:ext cx="2475216" cy="219223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DAEF1D1-DE35-1E9E-D592-DCF5C757B5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7865" y="3717130"/>
            <a:ext cx="2917566" cy="2192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026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1974C-9CEC-AA5B-7B8D-868BCD201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u="sng" dirty="0"/>
              <a:t>Outlier &amp; Anomaly Detection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A350E9-3755-B672-8F75-D2D268A7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1CAE36B-CC28-144D-E7CF-982284B44F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475" y="1233488"/>
            <a:ext cx="4427102" cy="496728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b="1" u="sng" dirty="0"/>
              <a:t>Outlier Detection</a:t>
            </a:r>
          </a:p>
          <a:p>
            <a:pPr marL="0" indent="0">
              <a:buNone/>
            </a:pPr>
            <a:r>
              <a:rPr lang="en-IN" dirty="0"/>
              <a:t>Used IQR Method to identify:</a:t>
            </a:r>
          </a:p>
          <a:p>
            <a:r>
              <a:rPr lang="en-IN" dirty="0"/>
              <a:t>Extremely high admissions </a:t>
            </a:r>
          </a:p>
          <a:p>
            <a:r>
              <a:rPr lang="en-IN" dirty="0"/>
              <a:t>Abnormal occupancy levels </a:t>
            </a:r>
          </a:p>
          <a:p>
            <a:pPr marL="0" indent="0">
              <a:buNone/>
            </a:pPr>
            <a:r>
              <a:rPr lang="en-IN" b="1" u="sng" dirty="0"/>
              <a:t>Anomaly Detection</a:t>
            </a:r>
          </a:p>
          <a:p>
            <a:r>
              <a:rPr lang="en-IN" dirty="0"/>
              <a:t>Used Isolation Forest Algorithm</a:t>
            </a:r>
          </a:p>
          <a:p>
            <a:pPr marL="0" indent="0">
              <a:buNone/>
            </a:pPr>
            <a:r>
              <a:rPr lang="en-IN" dirty="0"/>
              <a:t>Detected:</a:t>
            </a:r>
          </a:p>
          <a:p>
            <a:r>
              <a:rPr lang="en-IN" dirty="0"/>
              <a:t>Staff shortage periods </a:t>
            </a:r>
          </a:p>
          <a:p>
            <a:r>
              <a:rPr lang="en-IN" dirty="0"/>
              <a:t>Resource overload situations </a:t>
            </a:r>
          </a:p>
          <a:p>
            <a:r>
              <a:rPr lang="en-IN" dirty="0"/>
              <a:t>Unusual hospital activity </a:t>
            </a:r>
          </a:p>
          <a:p>
            <a:r>
              <a:rPr lang="en-IN" b="1" dirty="0"/>
              <a:t>Benefit</a:t>
            </a:r>
          </a:p>
          <a:p>
            <a:pPr marL="0" indent="0">
              <a:buNone/>
            </a:pPr>
            <a:r>
              <a:rPr lang="en-IN" dirty="0"/>
              <a:t>Helps hospitals identify operational risks early.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DE5C74-C356-3C1D-5871-C38A239D6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577" y="1196860"/>
            <a:ext cx="7310004" cy="496728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03735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1C5D-A455-96A3-C4E8-08091A04D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756" y="361457"/>
            <a:ext cx="11520487" cy="943469"/>
          </a:xfrm>
        </p:spPr>
        <p:txBody>
          <a:bodyPr>
            <a:noAutofit/>
          </a:bodyPr>
          <a:lstStyle/>
          <a:p>
            <a:r>
              <a:rPr lang="en-IN" sz="4000" u="sng" dirty="0"/>
              <a:t>PCA, Clustering &amp;</a:t>
            </a:r>
            <a:br>
              <a:rPr lang="en-IN" sz="4000" u="sng" dirty="0"/>
            </a:br>
            <a:r>
              <a:rPr lang="en-IN" sz="4000" u="sng" dirty="0"/>
              <a:t>Machine Learning Model</a:t>
            </a:r>
            <a:br>
              <a:rPr lang="en-IN" sz="4000" u="sng" dirty="0"/>
            </a:br>
            <a:endParaRPr lang="en-IN" sz="4000" u="sng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1B60DC8-DA57-BA4E-1548-0C7F82283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B45D9E-191F-DCBD-E65A-D89B929BE5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61797" y="3495760"/>
            <a:ext cx="5630165" cy="299406"/>
          </a:xfrm>
        </p:spPr>
        <p:txBody>
          <a:bodyPr>
            <a:normAutofit fontScale="25000" lnSpcReduction="20000"/>
          </a:bodyPr>
          <a:lstStyle/>
          <a:p>
            <a:r>
              <a:rPr lang="en-IN" sz="7200" dirty="0"/>
              <a:t>Bed Occupancy Prediction</a:t>
            </a:r>
          </a:p>
          <a:p>
            <a:r>
              <a:rPr lang="en-IN" sz="7200" dirty="0"/>
              <a:t>Algorithm Used Random Forest Regressor</a:t>
            </a:r>
          </a:p>
          <a:p>
            <a:endParaRPr lang="en-IN" sz="7200" dirty="0"/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9C34C91-1E8C-A4BA-916A-C41F12B015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8462" y="3714244"/>
            <a:ext cx="5938423" cy="32125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4900" b="1" dirty="0"/>
              <a:t>Input Features</a:t>
            </a:r>
          </a:p>
          <a:p>
            <a:r>
              <a:rPr lang="en-IN" sz="4900" dirty="0"/>
              <a:t>Patients Admitted </a:t>
            </a:r>
          </a:p>
          <a:p>
            <a:r>
              <a:rPr lang="en-IN" sz="4900" dirty="0"/>
              <a:t>Average Stay </a:t>
            </a:r>
          </a:p>
          <a:p>
            <a:r>
              <a:rPr lang="en-IN" sz="4900" dirty="0"/>
              <a:t>Staff Count </a:t>
            </a:r>
          </a:p>
          <a:p>
            <a:r>
              <a:rPr lang="en-IN" sz="4900" dirty="0"/>
              <a:t>Satisfaction Score </a:t>
            </a:r>
          </a:p>
          <a:p>
            <a:pPr marL="0" indent="0">
              <a:buNone/>
            </a:pPr>
            <a:r>
              <a:rPr lang="en-IN" sz="4900" b="1" dirty="0"/>
              <a:t>Target Variable</a:t>
            </a:r>
          </a:p>
          <a:p>
            <a:r>
              <a:rPr lang="en-IN" sz="4900" dirty="0"/>
              <a:t>Maximum Occupancy</a:t>
            </a:r>
          </a:p>
          <a:p>
            <a:pPr marL="0" indent="0">
              <a:buNone/>
            </a:pPr>
            <a:r>
              <a:rPr lang="en-IN" sz="4900" b="1" dirty="0"/>
              <a:t>Model Evaluation</a:t>
            </a:r>
          </a:p>
          <a:p>
            <a:r>
              <a:rPr lang="en-IN" sz="4900" dirty="0"/>
              <a:t>Metrics Used:</a:t>
            </a:r>
          </a:p>
          <a:p>
            <a:r>
              <a:rPr lang="en-IN" sz="4900" dirty="0"/>
              <a:t>MAE (Mean Absolute Error) </a:t>
            </a:r>
          </a:p>
          <a:p>
            <a:r>
              <a:rPr lang="en-IN" sz="4900" dirty="0"/>
              <a:t>R² Score </a:t>
            </a:r>
          </a:p>
          <a:p>
            <a:r>
              <a:rPr lang="en-IN" sz="4900" dirty="0"/>
              <a:t>The model successfully predicted occupancy levels using operational hospital data.</a:t>
            </a:r>
          </a:p>
          <a:p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028302A-F469-1C36-B475-F38A90EF94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223558"/>
            <a:ext cx="5953540" cy="929344"/>
          </a:xfrm>
        </p:spPr>
        <p:txBody>
          <a:bodyPr>
            <a:normAutofit fontScale="85000" lnSpcReduction="20000"/>
          </a:bodyPr>
          <a:lstStyle/>
          <a:p>
            <a:r>
              <a:rPr lang="en-IN" dirty="0"/>
              <a:t>Patient Resource Segmentation</a:t>
            </a:r>
          </a:p>
          <a:p>
            <a:r>
              <a:rPr lang="en-IN" dirty="0"/>
              <a:t>Principal Component Analysis (PCA)</a:t>
            </a:r>
          </a:p>
          <a:p>
            <a:r>
              <a:rPr lang="en-IN" b="0" dirty="0"/>
              <a:t>Reduced multiple variables into two principal components</a:t>
            </a:r>
          </a:p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0CAF1F7-19DC-7A25-255B-7438FCFC1F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3973189"/>
            <a:ext cx="5953540" cy="2884811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Benefits:</a:t>
            </a:r>
          </a:p>
          <a:p>
            <a:r>
              <a:rPr lang="en-IN" dirty="0"/>
              <a:t>Reduced complexity </a:t>
            </a:r>
          </a:p>
          <a:p>
            <a:r>
              <a:rPr lang="en-IN" dirty="0"/>
              <a:t>Improved visualization </a:t>
            </a:r>
          </a:p>
          <a:p>
            <a:r>
              <a:rPr lang="en-IN" dirty="0"/>
              <a:t>Better pattern recognition </a:t>
            </a:r>
          </a:p>
          <a:p>
            <a:pPr marL="0" indent="0">
              <a:buNone/>
            </a:pPr>
            <a:r>
              <a:rPr lang="en-IN" b="1" dirty="0"/>
              <a:t>K-Means Clustering</a:t>
            </a:r>
          </a:p>
          <a:p>
            <a:r>
              <a:rPr lang="en-IN" dirty="0"/>
              <a:t>Grouped hospital utilization into:</a:t>
            </a:r>
          </a:p>
          <a:p>
            <a:r>
              <a:rPr lang="en-IN" dirty="0"/>
              <a:t>Low Utilization </a:t>
            </a:r>
          </a:p>
          <a:p>
            <a:r>
              <a:rPr lang="en-IN" dirty="0"/>
              <a:t>Medium Utilization </a:t>
            </a:r>
          </a:p>
          <a:p>
            <a:r>
              <a:rPr lang="en-IN" dirty="0"/>
              <a:t>High Utilization</a:t>
            </a:r>
          </a:p>
          <a:p>
            <a:endParaRPr lang="en-IN" dirty="0"/>
          </a:p>
        </p:txBody>
      </p:sp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0ECCE0B0-67E1-948E-7E61-3AA4261E694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517" b="35835"/>
          <a:stretch>
            <a:fillRect/>
          </a:stretch>
        </p:blipFill>
        <p:spPr>
          <a:xfrm>
            <a:off x="-86214" y="1209040"/>
            <a:ext cx="5861572" cy="180588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Placeholder 12">
            <a:extLst>
              <a:ext uri="{FF2B5EF4-FFF2-40B4-BE49-F238E27FC236}">
                <a16:creationId xmlns:a16="http://schemas.microsoft.com/office/drawing/2014/main" id="{2A445448-469C-044E-319A-8873D3EE7D5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-743" b="1108"/>
          <a:stretch>
            <a:fillRect/>
          </a:stretch>
        </p:blipFill>
        <p:spPr>
          <a:xfrm>
            <a:off x="6096000" y="1117223"/>
            <a:ext cx="6080885" cy="19702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359739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E1768246-2496-4F97-8FCA-02252116FF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err="1"/>
              <a:t>Dashborad</a:t>
            </a:r>
            <a:endParaRPr lang="en-US" u="sng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01B6E4D-6942-45C5-99A9-6B769E8902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D269992-EA9D-41F6-85C3-B7892184710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 anchor="b"/>
          <a:lstStyle/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DFAA7E0-5467-48C2-A0A1-08FFCDD0AB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EAB17F8-59B5-4C93-9884-D30446299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10</a:t>
            </a:fld>
            <a:endParaRPr lang="en-US" dirty="0"/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256E0FA3-CE25-3F87-5798-915A0280C95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3309" b="3309"/>
          <a:stretch>
            <a:fillRect/>
          </a:stretch>
        </p:blipFill>
        <p:spPr>
          <a:xfrm>
            <a:off x="371475" y="1241659"/>
            <a:ext cx="2766361" cy="2368683"/>
          </a:xfrm>
          <a:prstGeom prst="rect">
            <a:avLst/>
          </a:prstGeom>
        </p:spPr>
      </p:pic>
      <p:pic>
        <p:nvPicPr>
          <p:cNvPr id="15" name="Picture Placeholder 14">
            <a:extLst>
              <a:ext uri="{FF2B5EF4-FFF2-40B4-BE49-F238E27FC236}">
                <a16:creationId xmlns:a16="http://schemas.microsoft.com/office/drawing/2014/main" id="{BC06CF56-322D-FF3A-67C5-124A46F1FD96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/>
          <a:srcRect t="350" b="350"/>
          <a:stretch>
            <a:fillRect/>
          </a:stretch>
        </p:blipFill>
        <p:spPr>
          <a:xfrm>
            <a:off x="3272590" y="3859731"/>
            <a:ext cx="2823410" cy="2338937"/>
          </a:xfrm>
          <a:prstGeom prst="rect">
            <a:avLst/>
          </a:prstGeom>
        </p:spPr>
      </p:pic>
      <p:pic>
        <p:nvPicPr>
          <p:cNvPr id="19" name="Picture Placeholder 18">
            <a:extLst>
              <a:ext uri="{FF2B5EF4-FFF2-40B4-BE49-F238E27FC236}">
                <a16:creationId xmlns:a16="http://schemas.microsoft.com/office/drawing/2014/main" id="{F01F1781-E2E0-CD88-B64C-57136DD3FCC2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4"/>
          <a:srcRect t="4669" b="4669"/>
          <a:stretch>
            <a:fillRect/>
          </a:stretch>
        </p:blipFill>
        <p:spPr>
          <a:xfrm>
            <a:off x="6210889" y="1241658"/>
            <a:ext cx="2766361" cy="2368683"/>
          </a:xfrm>
          <a:prstGeom prst="rect">
            <a:avLst/>
          </a:prstGeom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C6E98DF3-D8BD-A575-DAB1-F79973E3C221}"/>
              </a:ext>
            </a:extLst>
          </p:cNvPr>
          <p:cNvPicPr>
            <a:picLocks noGrp="1" noChangeAspect="1"/>
          </p:cNvPicPr>
          <p:nvPr>
            <p:ph type="pic" sz="quarter" idx="17"/>
          </p:nvPr>
        </p:nvPicPr>
        <p:blipFill>
          <a:blip r:embed="rId5"/>
          <a:srcRect t="8106" b="8106"/>
          <a:stretch>
            <a:fillRect/>
          </a:stretch>
        </p:blipFill>
        <p:spPr>
          <a:xfrm>
            <a:off x="9082148" y="3859731"/>
            <a:ext cx="2809813" cy="2338937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CB305DBC-CFAD-EAC6-9212-91F13CECA9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475" y="3859731"/>
            <a:ext cx="2766361" cy="2338937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030B98A6-42F9-23F8-27ED-5695AF78FF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2657" y="1241658"/>
            <a:ext cx="2823410" cy="236868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F18AE930-0B40-592E-5164-5D208F2B28A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0889" y="3804212"/>
            <a:ext cx="2766361" cy="2368683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24B7E9E4-42EC-62AB-CBD3-2B893E35B68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02072" y="1241657"/>
            <a:ext cx="2766361" cy="2368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0630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22C3BD-C60A-F0D9-7E3A-EB121A1C4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noProof="0" smtClean="0"/>
              <a:t>11</a:t>
            </a:fld>
            <a:endParaRPr lang="en-US" noProof="0" dirty="0"/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76394F5E-72FB-16C7-CFB9-FA468C4C0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869950"/>
            <a:ext cx="10439400" cy="1174750"/>
          </a:xfrm>
        </p:spPr>
        <p:txBody>
          <a:bodyPr>
            <a:normAutofit/>
          </a:bodyPr>
          <a:lstStyle/>
          <a:p>
            <a:r>
              <a:rPr lang="en-IN" sz="4000" u="sng" dirty="0">
                <a:solidFill>
                  <a:schemeClr val="bg2"/>
                </a:solidFill>
              </a:rPr>
              <a:t>Key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75428A-16EC-D6E2-18F8-9A89A52F5C43}"/>
              </a:ext>
            </a:extLst>
          </p:cNvPr>
          <p:cNvSpPr txBox="1"/>
          <p:nvPr/>
        </p:nvSpPr>
        <p:spPr>
          <a:xfrm>
            <a:off x="445062" y="2969777"/>
            <a:ext cx="10195965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Major Findings</a:t>
            </a:r>
          </a:p>
          <a:p>
            <a:r>
              <a:rPr lang="en-IN" sz="2000" b="1" u="sng" dirty="0"/>
              <a:t>Resource Utilization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ICU and Emergency departments showed highest occupancy levels. </a:t>
            </a:r>
          </a:p>
          <a:p>
            <a:r>
              <a:rPr lang="en-IN" sz="2000" b="1" u="sng" dirty="0"/>
              <a:t>Staff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Staff shortages were observed during high admission periods. </a:t>
            </a:r>
          </a:p>
          <a:p>
            <a:r>
              <a:rPr lang="en-IN" sz="2000" b="1" u="sng" dirty="0"/>
              <a:t>Admissions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Patient admissions strongly impacted occupancy rates. </a:t>
            </a:r>
          </a:p>
          <a:p>
            <a:r>
              <a:rPr lang="en-IN" sz="2000" b="1" u="sng" dirty="0"/>
              <a:t>Clustering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Three distinct utilization groups were identified. </a:t>
            </a:r>
          </a:p>
          <a:p>
            <a:r>
              <a:rPr lang="en-IN" sz="2000" b="1" u="sng" dirty="0"/>
              <a:t>Anomaly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Several abnormal workload periods were detected.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1286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8BBE91-C820-DC86-B042-A0E54B33E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260351"/>
            <a:ext cx="11520487" cy="1464658"/>
          </a:xfrm>
        </p:spPr>
        <p:txBody>
          <a:bodyPr/>
          <a:lstStyle/>
          <a:p>
            <a:r>
              <a:rPr lang="en-IN" sz="4000" u="sng" dirty="0"/>
              <a:t>Conclusion</a:t>
            </a:r>
            <a:r>
              <a:rPr lang="en-IN" dirty="0"/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43C34B-38BB-C18E-B33D-C3B652AAA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DC2DEF-D2FE-4B45-ABA4-9F153FD1C98A}" type="slidenum">
              <a:rPr lang="en-US" smtClean="0"/>
              <a:t>12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DB945A-E098-498F-4636-73E53859F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921" y="1964342"/>
            <a:ext cx="5759331" cy="1464658"/>
          </a:xfrm>
        </p:spPr>
        <p:txBody>
          <a:bodyPr>
            <a:normAutofit/>
          </a:bodyPr>
          <a:lstStyle/>
          <a:p>
            <a:endParaRPr lang="en-IN" u="sng" dirty="0"/>
          </a:p>
          <a:p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6D7450-6E98-1D44-F8AE-2EDB8AD72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0" y="2857174"/>
            <a:ext cx="12192000" cy="4069607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C519210-9836-8BCB-8BC9-F1108B516ADF}"/>
              </a:ext>
            </a:extLst>
          </p:cNvPr>
          <p:cNvSpPr txBox="1"/>
          <p:nvPr/>
        </p:nvSpPr>
        <p:spPr>
          <a:xfrm>
            <a:off x="0" y="2090484"/>
            <a:ext cx="121920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This project successfully </a:t>
            </a:r>
            <a:r>
              <a:rPr lang="en-IN" dirty="0" err="1"/>
              <a:t>analyzed</a:t>
            </a:r>
            <a:r>
              <a:rPr lang="en-IN" dirty="0"/>
              <a:t> hospital resource utilization using Exploratory Data Analysis (EDA), Machine Learning, and statistical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analysis revealed significant relationships between patient admissions, bed occupancy, staff availability, and patient satisfaction. Time-series analysis helped identify weekly trends in resource demand, while correlation analysis highlighted the factors influencing hospital occupancy levels.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Outlier detection and Isolation Forest-based anomaly detection identified unusual workload periods and potential staffing challenges. PCA reduced the complexity of the dataset and enabled better visualization of resource utilization patterns. K-Means Clustering segmented hospital operations into Low, Medium, and High Utilization groups, helping identify departments requiring additional attention.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Random Forest Regression model was developed to predict bed occupancy levels, demonstrating how machine learning can support hospital planning and resource optimization.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Overall, the project provides valuable insights that can help healthcare organizations improve resource allocation, reduce overcrowding, enhance operational efficiency, and improve patient outcomes.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66997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MSFT_Color_1">
      <a:dk1>
        <a:srgbClr val="32363F"/>
      </a:dk1>
      <a:lt1>
        <a:sysClr val="window" lastClr="FFFFFF"/>
      </a:lt1>
      <a:dk2>
        <a:srgbClr val="313C41"/>
      </a:dk2>
      <a:lt2>
        <a:srgbClr val="FFFFFF"/>
      </a:lt2>
      <a:accent1>
        <a:srgbClr val="2C85AE"/>
      </a:accent1>
      <a:accent2>
        <a:srgbClr val="5E5CA2"/>
      </a:accent2>
      <a:accent3>
        <a:srgbClr val="5268A5"/>
      </a:accent3>
      <a:accent4>
        <a:srgbClr val="4276AA"/>
      </a:accent4>
      <a:accent5>
        <a:srgbClr val="1891AB"/>
      </a:accent5>
      <a:accent6>
        <a:srgbClr val="00A09D"/>
      </a:accent6>
      <a:hlink>
        <a:srgbClr val="2C85AE"/>
      </a:hlink>
      <a:folHlink>
        <a:srgbClr val="00A09D"/>
      </a:folHlink>
    </a:clrScheme>
    <a:fontScheme name="MSFT_Font">
      <a:majorFont>
        <a:latin typeface="Calibri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 title goes here" id="{A4715F0E-2373-46DF-8650-9CD6D2E73FF4}" vid="{7AE24D49-249C-4823-B15D-D301F3E6335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Classic bold block presentation</Template>
  <TotalTime>180</TotalTime>
  <Words>666</Words>
  <Application>Microsoft Office PowerPoint</Application>
  <PresentationFormat>Widescreen</PresentationFormat>
  <Paragraphs>174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Hospital Resource Utilization  Analysis Using AI &amp; Machine Learning Domain: Healthcare Analytics  </vt:lpstr>
      <vt:lpstr>Introduction </vt:lpstr>
      <vt:lpstr>Business Problem</vt:lpstr>
      <vt:lpstr>Dataset Information</vt:lpstr>
      <vt:lpstr>Project Workflow</vt:lpstr>
      <vt:lpstr>PowerPoint Presentation</vt:lpstr>
      <vt:lpstr>Exploratory Data Analysis (EDA)</vt:lpstr>
      <vt:lpstr>Outlier &amp; Anomaly Detection</vt:lpstr>
      <vt:lpstr>PCA, Clustering &amp; Machine Learning Model </vt:lpstr>
      <vt:lpstr>Dashborad</vt:lpstr>
      <vt:lpstr>Key Insights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Simran Bhadouria</dc:creator>
  <cp:lastModifiedBy>Simran Bhadouria</cp:lastModifiedBy>
  <cp:revision>2</cp:revision>
  <dcterms:created xsi:type="dcterms:W3CDTF">2026-06-15T02:44:16Z</dcterms:created>
  <dcterms:modified xsi:type="dcterms:W3CDTF">2026-06-15T05:44:29Z</dcterms:modified>
</cp:coreProperties>
</file>